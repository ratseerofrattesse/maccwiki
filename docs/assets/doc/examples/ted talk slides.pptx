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2" r:id="rId2"/>
    <p:sldId id="257" r:id="rId3"/>
    <p:sldId id="259" r:id="rId4"/>
    <p:sldId id="256" r:id="rId5"/>
    <p:sldId id="260" r:id="rId6"/>
    <p:sldId id="261"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0000FF"/>
    <a:srgbClr val="FBFCC0"/>
    <a:srgbClr val="FFFFFF"/>
    <a:srgbClr val="FE0000"/>
    <a:srgbClr val="007C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F54DB7-27DA-4761-9521-D4EE752EE01F}" v="39" dt="2024-02-16T16:48:41.2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62" autoAdjust="0"/>
    <p:restoredTop sz="81018" autoAdjust="0"/>
  </p:normalViewPr>
  <p:slideViewPr>
    <p:cSldViewPr snapToGrid="0">
      <p:cViewPr varScale="1">
        <p:scale>
          <a:sx n="75" d="100"/>
          <a:sy n="75" d="100"/>
        </p:scale>
        <p:origin x="588" y="36"/>
      </p:cViewPr>
      <p:guideLst/>
    </p:cSldViewPr>
  </p:slideViewPr>
  <p:notesTextViewPr>
    <p:cViewPr>
      <p:scale>
        <a:sx n="1" d="1"/>
        <a:sy n="1" d="1"/>
      </p:scale>
      <p:origin x="0" y="0"/>
    </p:cViewPr>
  </p:notesTextViewPr>
  <p:notesViewPr>
    <p:cSldViewPr snapToGrid="0">
      <p:cViewPr varScale="1">
        <p:scale>
          <a:sx n="70" d="100"/>
          <a:sy n="70" d="100"/>
        </p:scale>
        <p:origin x="292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108S-Subash Chandran, Arjun" userId="26ef4b0b-f38b-41da-b76c-37dfac7bdf39" providerId="ADAL" clId="{2138359D-5460-479F-85DF-B2A7D4556FA9}"/>
    <pc:docChg chg="undo redo custSel addSld delSld modSld sldOrd">
      <pc:chgData name="108S-Subash Chandran, Arjun" userId="26ef4b0b-f38b-41da-b76c-37dfac7bdf39" providerId="ADAL" clId="{2138359D-5460-479F-85DF-B2A7D4556FA9}" dt="2024-02-13T02:49:19.043" v="2164" actId="478"/>
      <pc:docMkLst>
        <pc:docMk/>
      </pc:docMkLst>
      <pc:sldChg chg="addSp delSp modSp mod modTransition setBg">
        <pc:chgData name="108S-Subash Chandran, Arjun" userId="26ef4b0b-f38b-41da-b76c-37dfac7bdf39" providerId="ADAL" clId="{2138359D-5460-479F-85DF-B2A7D4556FA9}" dt="2024-02-13T02:48:41.330" v="2162"/>
        <pc:sldMkLst>
          <pc:docMk/>
          <pc:sldMk cId="2091870488" sldId="256"/>
        </pc:sldMkLst>
        <pc:spChg chg="add mod ord">
          <ac:chgData name="108S-Subash Chandran, Arjun" userId="26ef4b0b-f38b-41da-b76c-37dfac7bdf39" providerId="ADAL" clId="{2138359D-5460-479F-85DF-B2A7D4556FA9}" dt="2024-02-13T01:50:36.308" v="739" actId="207"/>
          <ac:spMkLst>
            <pc:docMk/>
            <pc:sldMk cId="2091870488" sldId="256"/>
            <ac:spMk id="2" creationId="{3D868069-01DE-E082-0972-D55023040E0F}"/>
          </ac:spMkLst>
        </pc:spChg>
        <pc:spChg chg="del">
          <ac:chgData name="108S-Subash Chandran, Arjun" userId="26ef4b0b-f38b-41da-b76c-37dfac7bdf39" providerId="ADAL" clId="{2138359D-5460-479F-85DF-B2A7D4556FA9}" dt="2024-02-11T19:28:52.471" v="292" actId="478"/>
          <ac:spMkLst>
            <pc:docMk/>
            <pc:sldMk cId="2091870488" sldId="256"/>
            <ac:spMk id="2" creationId="{64157320-DA97-97C6-BD10-AD0B94ADAA96}"/>
          </ac:spMkLst>
        </pc:spChg>
        <pc:spChg chg="del">
          <ac:chgData name="108S-Subash Chandran, Arjun" userId="26ef4b0b-f38b-41da-b76c-37dfac7bdf39" providerId="ADAL" clId="{2138359D-5460-479F-85DF-B2A7D4556FA9}" dt="2024-02-11T19:28:54.726" v="293" actId="478"/>
          <ac:spMkLst>
            <pc:docMk/>
            <pc:sldMk cId="2091870488" sldId="256"/>
            <ac:spMk id="3" creationId="{D19BECC7-2E31-8DD9-1760-7DFE82ACE3EC}"/>
          </ac:spMkLst>
        </pc:spChg>
        <pc:spChg chg="add mod">
          <ac:chgData name="108S-Subash Chandran, Arjun" userId="26ef4b0b-f38b-41da-b76c-37dfac7bdf39" providerId="ADAL" clId="{2138359D-5460-479F-85DF-B2A7D4556FA9}" dt="2024-02-11T02:27:43.725" v="16" actId="14100"/>
          <ac:spMkLst>
            <pc:docMk/>
            <pc:sldMk cId="2091870488" sldId="256"/>
            <ac:spMk id="10" creationId="{FA48BFBC-2648-022B-FC4F-6918DC920690}"/>
          </ac:spMkLst>
        </pc:spChg>
        <pc:picChg chg="mod">
          <ac:chgData name="108S-Subash Chandran, Arjun" userId="26ef4b0b-f38b-41da-b76c-37dfac7bdf39" providerId="ADAL" clId="{2138359D-5460-479F-85DF-B2A7D4556FA9}" dt="2024-02-11T19:32:17.346" v="309" actId="1076"/>
          <ac:picMkLst>
            <pc:docMk/>
            <pc:sldMk cId="2091870488" sldId="256"/>
            <ac:picMk id="5" creationId="{4CAEFD90-807F-17D7-32A1-198FF4A95559}"/>
          </ac:picMkLst>
        </pc:picChg>
        <pc:picChg chg="add del mod">
          <ac:chgData name="108S-Subash Chandran, Arjun" userId="26ef4b0b-f38b-41da-b76c-37dfac7bdf39" providerId="ADAL" clId="{2138359D-5460-479F-85DF-B2A7D4556FA9}" dt="2024-02-11T19:32:07.679" v="308" actId="478"/>
          <ac:picMkLst>
            <pc:docMk/>
            <pc:sldMk cId="2091870488" sldId="256"/>
            <ac:picMk id="12" creationId="{8BFE9D8C-333A-EA80-C0F1-00807414FE07}"/>
          </ac:picMkLst>
        </pc:picChg>
        <pc:picChg chg="add mod">
          <ac:chgData name="108S-Subash Chandran, Arjun" userId="26ef4b0b-f38b-41da-b76c-37dfac7bdf39" providerId="ADAL" clId="{2138359D-5460-479F-85DF-B2A7D4556FA9}" dt="2024-02-11T02:27:53.903" v="20" actId="1076"/>
          <ac:picMkLst>
            <pc:docMk/>
            <pc:sldMk cId="2091870488" sldId="256"/>
            <ac:picMk id="1026" creationId="{13BB2364-B4D1-336D-916E-A311951826F4}"/>
          </ac:picMkLst>
        </pc:picChg>
        <pc:picChg chg="add del mod">
          <ac:chgData name="108S-Subash Chandran, Arjun" userId="26ef4b0b-f38b-41da-b76c-37dfac7bdf39" providerId="ADAL" clId="{2138359D-5460-479F-85DF-B2A7D4556FA9}" dt="2024-02-11T19:30:03.150" v="297" actId="478"/>
          <ac:picMkLst>
            <pc:docMk/>
            <pc:sldMk cId="2091870488" sldId="256"/>
            <ac:picMk id="3074" creationId="{4CCC6B0E-0085-1822-3B1D-46ADB4C7B3CA}"/>
          </ac:picMkLst>
        </pc:picChg>
      </pc:sldChg>
      <pc:sldChg chg="addSp delSp modSp new mod ord modTransition setBg">
        <pc:chgData name="108S-Subash Chandran, Arjun" userId="26ef4b0b-f38b-41da-b76c-37dfac7bdf39" providerId="ADAL" clId="{2138359D-5460-479F-85DF-B2A7D4556FA9}" dt="2024-02-13T02:49:19.043" v="2164" actId="478"/>
        <pc:sldMkLst>
          <pc:docMk/>
          <pc:sldMk cId="3474854138" sldId="257"/>
        </pc:sldMkLst>
        <pc:spChg chg="add del mod">
          <ac:chgData name="108S-Subash Chandran, Arjun" userId="26ef4b0b-f38b-41da-b76c-37dfac7bdf39" providerId="ADAL" clId="{2138359D-5460-479F-85DF-B2A7D4556FA9}" dt="2024-02-11T19:02:20.007" v="115" actId="478"/>
          <ac:spMkLst>
            <pc:docMk/>
            <pc:sldMk cId="3474854138" sldId="257"/>
            <ac:spMk id="2" creationId="{ED734937-1341-A693-4D70-32175DB07D69}"/>
          </ac:spMkLst>
        </pc:spChg>
        <pc:spChg chg="add mod">
          <ac:chgData name="108S-Subash Chandran, Arjun" userId="26ef4b0b-f38b-41da-b76c-37dfac7bdf39" providerId="ADAL" clId="{2138359D-5460-479F-85DF-B2A7D4556FA9}" dt="2024-02-11T19:25:06.329" v="244" actId="1076"/>
          <ac:spMkLst>
            <pc:docMk/>
            <pc:sldMk cId="3474854138" sldId="257"/>
            <ac:spMk id="3" creationId="{741724CA-FEE6-43A8-8DD2-57180AFD1047}"/>
          </ac:spMkLst>
        </pc:spChg>
        <pc:spChg chg="add mod">
          <ac:chgData name="108S-Subash Chandran, Arjun" userId="26ef4b0b-f38b-41da-b76c-37dfac7bdf39" providerId="ADAL" clId="{2138359D-5460-479F-85DF-B2A7D4556FA9}" dt="2024-02-11T19:19:28.239" v="208" actId="20577"/>
          <ac:spMkLst>
            <pc:docMk/>
            <pc:sldMk cId="3474854138" sldId="257"/>
            <ac:spMk id="4" creationId="{103081D8-CC9F-086F-87BC-B1908132C30E}"/>
          </ac:spMkLst>
        </pc:spChg>
        <pc:spChg chg="add mod">
          <ac:chgData name="108S-Subash Chandran, Arjun" userId="26ef4b0b-f38b-41da-b76c-37dfac7bdf39" providerId="ADAL" clId="{2138359D-5460-479F-85DF-B2A7D4556FA9}" dt="2024-02-11T19:25:38.255" v="255" actId="1076"/>
          <ac:spMkLst>
            <pc:docMk/>
            <pc:sldMk cId="3474854138" sldId="257"/>
            <ac:spMk id="5" creationId="{C532CFA6-795B-F81A-1386-72ADF6741B5F}"/>
          </ac:spMkLst>
        </pc:spChg>
        <pc:spChg chg="add del mod">
          <ac:chgData name="108S-Subash Chandran, Arjun" userId="26ef4b0b-f38b-41da-b76c-37dfac7bdf39" providerId="ADAL" clId="{2138359D-5460-479F-85DF-B2A7D4556FA9}" dt="2024-02-11T19:22:56.831" v="214" actId="478"/>
          <ac:spMkLst>
            <pc:docMk/>
            <pc:sldMk cId="3474854138" sldId="257"/>
            <ac:spMk id="6" creationId="{CA380C4A-EE57-D159-29F0-5CF00FC2FAAF}"/>
          </ac:spMkLst>
        </pc:spChg>
        <pc:spChg chg="mod">
          <ac:chgData name="108S-Subash Chandran, Arjun" userId="26ef4b0b-f38b-41da-b76c-37dfac7bdf39" providerId="ADAL" clId="{2138359D-5460-479F-85DF-B2A7D4556FA9}" dt="2024-02-13T02:49:11.092" v="2163"/>
          <ac:spMkLst>
            <pc:docMk/>
            <pc:sldMk cId="3474854138" sldId="257"/>
            <ac:spMk id="6" creationId="{EB24A3F2-8B66-CF3D-3905-E25F2FC5639F}"/>
          </ac:spMkLst>
        </pc:spChg>
        <pc:spChg chg="add mod">
          <ac:chgData name="108S-Subash Chandran, Arjun" userId="26ef4b0b-f38b-41da-b76c-37dfac7bdf39" providerId="ADAL" clId="{2138359D-5460-479F-85DF-B2A7D4556FA9}" dt="2024-02-11T19:27:45.037" v="289" actId="1076"/>
          <ac:spMkLst>
            <pc:docMk/>
            <pc:sldMk cId="3474854138" sldId="257"/>
            <ac:spMk id="7" creationId="{F093702D-085A-44C2-D78D-3A44BF713D51}"/>
          </ac:spMkLst>
        </pc:spChg>
        <pc:spChg chg="mod">
          <ac:chgData name="108S-Subash Chandran, Arjun" userId="26ef4b0b-f38b-41da-b76c-37dfac7bdf39" providerId="ADAL" clId="{2138359D-5460-479F-85DF-B2A7D4556FA9}" dt="2024-02-13T02:49:11.092" v="2163"/>
          <ac:spMkLst>
            <pc:docMk/>
            <pc:sldMk cId="3474854138" sldId="257"/>
            <ac:spMk id="8" creationId="{CAA69D06-A5DC-4C13-C2EF-6BE80E1F41B1}"/>
          </ac:spMkLst>
        </pc:spChg>
        <pc:spChg chg="mod">
          <ac:chgData name="108S-Subash Chandran, Arjun" userId="26ef4b0b-f38b-41da-b76c-37dfac7bdf39" providerId="ADAL" clId="{2138359D-5460-479F-85DF-B2A7D4556FA9}" dt="2024-02-13T02:49:11.092" v="2163"/>
          <ac:spMkLst>
            <pc:docMk/>
            <pc:sldMk cId="3474854138" sldId="257"/>
            <ac:spMk id="9" creationId="{C3759DE5-F6C5-ABFE-1052-795EEB4C40FB}"/>
          </ac:spMkLst>
        </pc:spChg>
        <pc:spChg chg="mod">
          <ac:chgData name="108S-Subash Chandran, Arjun" userId="26ef4b0b-f38b-41da-b76c-37dfac7bdf39" providerId="ADAL" clId="{2138359D-5460-479F-85DF-B2A7D4556FA9}" dt="2024-02-13T02:49:11.092" v="2163"/>
          <ac:spMkLst>
            <pc:docMk/>
            <pc:sldMk cId="3474854138" sldId="257"/>
            <ac:spMk id="10" creationId="{F2A91D15-CECB-AF35-3BA5-D29BAB3D1DC4}"/>
          </ac:spMkLst>
        </pc:spChg>
        <pc:spChg chg="mod">
          <ac:chgData name="108S-Subash Chandran, Arjun" userId="26ef4b0b-f38b-41da-b76c-37dfac7bdf39" providerId="ADAL" clId="{2138359D-5460-479F-85DF-B2A7D4556FA9}" dt="2024-02-13T02:49:11.092" v="2163"/>
          <ac:spMkLst>
            <pc:docMk/>
            <pc:sldMk cId="3474854138" sldId="257"/>
            <ac:spMk id="11" creationId="{FECFEAEA-022B-4420-FA3C-268AF7BFDC65}"/>
          </ac:spMkLst>
        </pc:spChg>
        <pc:spChg chg="mod">
          <ac:chgData name="108S-Subash Chandran, Arjun" userId="26ef4b0b-f38b-41da-b76c-37dfac7bdf39" providerId="ADAL" clId="{2138359D-5460-479F-85DF-B2A7D4556FA9}" dt="2024-02-13T02:49:11.092" v="2163"/>
          <ac:spMkLst>
            <pc:docMk/>
            <pc:sldMk cId="3474854138" sldId="257"/>
            <ac:spMk id="12" creationId="{80D60DA9-E18C-9462-CC6A-469F265062D6}"/>
          </ac:spMkLst>
        </pc:spChg>
        <pc:spChg chg="mod">
          <ac:chgData name="108S-Subash Chandran, Arjun" userId="26ef4b0b-f38b-41da-b76c-37dfac7bdf39" providerId="ADAL" clId="{2138359D-5460-479F-85DF-B2A7D4556FA9}" dt="2024-02-13T02:49:11.092" v="2163"/>
          <ac:spMkLst>
            <pc:docMk/>
            <pc:sldMk cId="3474854138" sldId="257"/>
            <ac:spMk id="13" creationId="{FA3A38D5-B40A-1299-1FC9-63BB12618793}"/>
          </ac:spMkLst>
        </pc:spChg>
        <pc:spChg chg="mod">
          <ac:chgData name="108S-Subash Chandran, Arjun" userId="26ef4b0b-f38b-41da-b76c-37dfac7bdf39" providerId="ADAL" clId="{2138359D-5460-479F-85DF-B2A7D4556FA9}" dt="2024-02-13T02:49:11.092" v="2163"/>
          <ac:spMkLst>
            <pc:docMk/>
            <pc:sldMk cId="3474854138" sldId="257"/>
            <ac:spMk id="14" creationId="{A48FC227-A190-88C4-1444-956F3FAC0607}"/>
          </ac:spMkLst>
        </pc:spChg>
        <pc:spChg chg="mod">
          <ac:chgData name="108S-Subash Chandran, Arjun" userId="26ef4b0b-f38b-41da-b76c-37dfac7bdf39" providerId="ADAL" clId="{2138359D-5460-479F-85DF-B2A7D4556FA9}" dt="2024-02-13T02:49:11.092" v="2163"/>
          <ac:spMkLst>
            <pc:docMk/>
            <pc:sldMk cId="3474854138" sldId="257"/>
            <ac:spMk id="15" creationId="{BC8F22E7-C1FE-EC9B-2FA5-128D9FDD7298}"/>
          </ac:spMkLst>
        </pc:spChg>
        <pc:spChg chg="mod">
          <ac:chgData name="108S-Subash Chandran, Arjun" userId="26ef4b0b-f38b-41da-b76c-37dfac7bdf39" providerId="ADAL" clId="{2138359D-5460-479F-85DF-B2A7D4556FA9}" dt="2024-02-13T02:49:11.092" v="2163"/>
          <ac:spMkLst>
            <pc:docMk/>
            <pc:sldMk cId="3474854138" sldId="257"/>
            <ac:spMk id="16" creationId="{3D830FC0-AFD6-5929-8B1F-BC2F35FE92D9}"/>
          </ac:spMkLst>
        </pc:spChg>
        <pc:spChg chg="mod">
          <ac:chgData name="108S-Subash Chandran, Arjun" userId="26ef4b0b-f38b-41da-b76c-37dfac7bdf39" providerId="ADAL" clId="{2138359D-5460-479F-85DF-B2A7D4556FA9}" dt="2024-02-13T02:49:11.092" v="2163"/>
          <ac:spMkLst>
            <pc:docMk/>
            <pc:sldMk cId="3474854138" sldId="257"/>
            <ac:spMk id="17" creationId="{F921F875-B351-2469-1562-CB927EF3385C}"/>
          </ac:spMkLst>
        </pc:spChg>
        <pc:spChg chg="mod">
          <ac:chgData name="108S-Subash Chandran, Arjun" userId="26ef4b0b-f38b-41da-b76c-37dfac7bdf39" providerId="ADAL" clId="{2138359D-5460-479F-85DF-B2A7D4556FA9}" dt="2024-02-13T02:49:11.092" v="2163"/>
          <ac:spMkLst>
            <pc:docMk/>
            <pc:sldMk cId="3474854138" sldId="257"/>
            <ac:spMk id="18" creationId="{5DFEF13B-0CD7-183D-2A33-7B0CA816DE01}"/>
          </ac:spMkLst>
        </pc:spChg>
        <pc:spChg chg="mod">
          <ac:chgData name="108S-Subash Chandran, Arjun" userId="26ef4b0b-f38b-41da-b76c-37dfac7bdf39" providerId="ADAL" clId="{2138359D-5460-479F-85DF-B2A7D4556FA9}" dt="2024-02-13T02:49:11.092" v="2163"/>
          <ac:spMkLst>
            <pc:docMk/>
            <pc:sldMk cId="3474854138" sldId="257"/>
            <ac:spMk id="19" creationId="{3531B40A-A58D-4F56-AC7B-5B9E51EC6DC1}"/>
          </ac:spMkLst>
        </pc:spChg>
        <pc:spChg chg="mod">
          <ac:chgData name="108S-Subash Chandran, Arjun" userId="26ef4b0b-f38b-41da-b76c-37dfac7bdf39" providerId="ADAL" clId="{2138359D-5460-479F-85DF-B2A7D4556FA9}" dt="2024-02-13T02:49:11.092" v="2163"/>
          <ac:spMkLst>
            <pc:docMk/>
            <pc:sldMk cId="3474854138" sldId="257"/>
            <ac:spMk id="20" creationId="{1DAA8420-0952-BFDE-C87D-042AA8C5011A}"/>
          </ac:spMkLst>
        </pc:spChg>
        <pc:spChg chg="mod">
          <ac:chgData name="108S-Subash Chandran, Arjun" userId="26ef4b0b-f38b-41da-b76c-37dfac7bdf39" providerId="ADAL" clId="{2138359D-5460-479F-85DF-B2A7D4556FA9}" dt="2024-02-13T02:49:11.092" v="2163"/>
          <ac:spMkLst>
            <pc:docMk/>
            <pc:sldMk cId="3474854138" sldId="257"/>
            <ac:spMk id="21" creationId="{64329A2E-154F-0AA6-D9CD-BA07D7CA134C}"/>
          </ac:spMkLst>
        </pc:spChg>
        <pc:spChg chg="mod">
          <ac:chgData name="108S-Subash Chandran, Arjun" userId="26ef4b0b-f38b-41da-b76c-37dfac7bdf39" providerId="ADAL" clId="{2138359D-5460-479F-85DF-B2A7D4556FA9}" dt="2024-02-13T02:49:11.092" v="2163"/>
          <ac:spMkLst>
            <pc:docMk/>
            <pc:sldMk cId="3474854138" sldId="257"/>
            <ac:spMk id="22" creationId="{31878489-7CE1-2D8C-80A0-99DA86AC3ABB}"/>
          </ac:spMkLst>
        </pc:spChg>
        <pc:spChg chg="mod">
          <ac:chgData name="108S-Subash Chandran, Arjun" userId="26ef4b0b-f38b-41da-b76c-37dfac7bdf39" providerId="ADAL" clId="{2138359D-5460-479F-85DF-B2A7D4556FA9}" dt="2024-02-13T02:49:11.092" v="2163"/>
          <ac:spMkLst>
            <pc:docMk/>
            <pc:sldMk cId="3474854138" sldId="257"/>
            <ac:spMk id="23" creationId="{C10C0B42-6ACA-3120-98F3-FF549AE496E8}"/>
          </ac:spMkLst>
        </pc:spChg>
        <pc:spChg chg="mod">
          <ac:chgData name="108S-Subash Chandran, Arjun" userId="26ef4b0b-f38b-41da-b76c-37dfac7bdf39" providerId="ADAL" clId="{2138359D-5460-479F-85DF-B2A7D4556FA9}" dt="2024-02-13T02:49:11.092" v="2163"/>
          <ac:spMkLst>
            <pc:docMk/>
            <pc:sldMk cId="3474854138" sldId="257"/>
            <ac:spMk id="24" creationId="{8F6A2671-8F6F-9A2C-61D4-CF28632F3F5A}"/>
          </ac:spMkLst>
        </pc:spChg>
        <pc:spChg chg="mod">
          <ac:chgData name="108S-Subash Chandran, Arjun" userId="26ef4b0b-f38b-41da-b76c-37dfac7bdf39" providerId="ADAL" clId="{2138359D-5460-479F-85DF-B2A7D4556FA9}" dt="2024-02-13T02:49:11.092" v="2163"/>
          <ac:spMkLst>
            <pc:docMk/>
            <pc:sldMk cId="3474854138" sldId="257"/>
            <ac:spMk id="25" creationId="{552C4F79-EA4D-AD95-C06E-1C465A07E26A}"/>
          </ac:spMkLst>
        </pc:spChg>
        <pc:spChg chg="mod">
          <ac:chgData name="108S-Subash Chandran, Arjun" userId="26ef4b0b-f38b-41da-b76c-37dfac7bdf39" providerId="ADAL" clId="{2138359D-5460-479F-85DF-B2A7D4556FA9}" dt="2024-02-13T02:49:11.092" v="2163"/>
          <ac:spMkLst>
            <pc:docMk/>
            <pc:sldMk cId="3474854138" sldId="257"/>
            <ac:spMk id="26" creationId="{902F9F00-7FD1-EF7A-95C0-C9CCE85CC5E8}"/>
          </ac:spMkLst>
        </pc:spChg>
        <pc:spChg chg="mod">
          <ac:chgData name="108S-Subash Chandran, Arjun" userId="26ef4b0b-f38b-41da-b76c-37dfac7bdf39" providerId="ADAL" clId="{2138359D-5460-479F-85DF-B2A7D4556FA9}" dt="2024-02-13T02:49:11.092" v="2163"/>
          <ac:spMkLst>
            <pc:docMk/>
            <pc:sldMk cId="3474854138" sldId="257"/>
            <ac:spMk id="27" creationId="{78BCEAFF-509E-137E-279F-C12AFB2A74AE}"/>
          </ac:spMkLst>
        </pc:spChg>
        <pc:spChg chg="mod">
          <ac:chgData name="108S-Subash Chandran, Arjun" userId="26ef4b0b-f38b-41da-b76c-37dfac7bdf39" providerId="ADAL" clId="{2138359D-5460-479F-85DF-B2A7D4556FA9}" dt="2024-02-13T02:49:11.092" v="2163"/>
          <ac:spMkLst>
            <pc:docMk/>
            <pc:sldMk cId="3474854138" sldId="257"/>
            <ac:spMk id="28" creationId="{183F5CC5-E6C7-267F-821A-CA25FAE91F8D}"/>
          </ac:spMkLst>
        </pc:spChg>
        <pc:spChg chg="mod">
          <ac:chgData name="108S-Subash Chandran, Arjun" userId="26ef4b0b-f38b-41da-b76c-37dfac7bdf39" providerId="ADAL" clId="{2138359D-5460-479F-85DF-B2A7D4556FA9}" dt="2024-02-13T02:49:11.092" v="2163"/>
          <ac:spMkLst>
            <pc:docMk/>
            <pc:sldMk cId="3474854138" sldId="257"/>
            <ac:spMk id="29" creationId="{7A799513-BC8C-03F0-2DFB-9E8FE5AF1D16}"/>
          </ac:spMkLst>
        </pc:spChg>
        <pc:spChg chg="mod">
          <ac:chgData name="108S-Subash Chandran, Arjun" userId="26ef4b0b-f38b-41da-b76c-37dfac7bdf39" providerId="ADAL" clId="{2138359D-5460-479F-85DF-B2A7D4556FA9}" dt="2024-02-13T02:49:11.092" v="2163"/>
          <ac:spMkLst>
            <pc:docMk/>
            <pc:sldMk cId="3474854138" sldId="257"/>
            <ac:spMk id="30" creationId="{64B0EA13-DD0B-DFD5-33BE-C1AB4E18AA9A}"/>
          </ac:spMkLst>
        </pc:spChg>
        <pc:spChg chg="mod">
          <ac:chgData name="108S-Subash Chandran, Arjun" userId="26ef4b0b-f38b-41da-b76c-37dfac7bdf39" providerId="ADAL" clId="{2138359D-5460-479F-85DF-B2A7D4556FA9}" dt="2024-02-13T02:49:11.092" v="2163"/>
          <ac:spMkLst>
            <pc:docMk/>
            <pc:sldMk cId="3474854138" sldId="257"/>
            <ac:spMk id="31" creationId="{ED18B3A6-20BD-3544-F37D-43214BDA439E}"/>
          </ac:spMkLst>
        </pc:spChg>
        <pc:spChg chg="mod">
          <ac:chgData name="108S-Subash Chandran, Arjun" userId="26ef4b0b-f38b-41da-b76c-37dfac7bdf39" providerId="ADAL" clId="{2138359D-5460-479F-85DF-B2A7D4556FA9}" dt="2024-02-13T02:49:11.092" v="2163"/>
          <ac:spMkLst>
            <pc:docMk/>
            <pc:sldMk cId="3474854138" sldId="257"/>
            <ac:spMk id="32" creationId="{F0702613-298A-15CF-75AA-AECB85018354}"/>
          </ac:spMkLst>
        </pc:spChg>
        <pc:spChg chg="mod">
          <ac:chgData name="108S-Subash Chandran, Arjun" userId="26ef4b0b-f38b-41da-b76c-37dfac7bdf39" providerId="ADAL" clId="{2138359D-5460-479F-85DF-B2A7D4556FA9}" dt="2024-02-13T02:49:11.092" v="2163"/>
          <ac:spMkLst>
            <pc:docMk/>
            <pc:sldMk cId="3474854138" sldId="257"/>
            <ac:spMk id="33" creationId="{0F212502-F626-B428-5F1A-5B794BFEC50E}"/>
          </ac:spMkLst>
        </pc:spChg>
        <pc:spChg chg="mod">
          <ac:chgData name="108S-Subash Chandran, Arjun" userId="26ef4b0b-f38b-41da-b76c-37dfac7bdf39" providerId="ADAL" clId="{2138359D-5460-479F-85DF-B2A7D4556FA9}" dt="2024-02-13T02:49:11.092" v="2163"/>
          <ac:spMkLst>
            <pc:docMk/>
            <pc:sldMk cId="3474854138" sldId="257"/>
            <ac:spMk id="34" creationId="{E2D6B138-AE38-0E29-9645-DC9F4343DBD4}"/>
          </ac:spMkLst>
        </pc:spChg>
        <pc:spChg chg="mod">
          <ac:chgData name="108S-Subash Chandran, Arjun" userId="26ef4b0b-f38b-41da-b76c-37dfac7bdf39" providerId="ADAL" clId="{2138359D-5460-479F-85DF-B2A7D4556FA9}" dt="2024-02-13T02:49:11.092" v="2163"/>
          <ac:spMkLst>
            <pc:docMk/>
            <pc:sldMk cId="3474854138" sldId="257"/>
            <ac:spMk id="35" creationId="{3A3392D2-04B1-FE17-838A-C90699D7D581}"/>
          </ac:spMkLst>
        </pc:spChg>
        <pc:spChg chg="mod">
          <ac:chgData name="108S-Subash Chandran, Arjun" userId="26ef4b0b-f38b-41da-b76c-37dfac7bdf39" providerId="ADAL" clId="{2138359D-5460-479F-85DF-B2A7D4556FA9}" dt="2024-02-13T02:49:11.092" v="2163"/>
          <ac:spMkLst>
            <pc:docMk/>
            <pc:sldMk cId="3474854138" sldId="257"/>
            <ac:spMk id="36" creationId="{C66D1437-0FC6-3CF5-1C5F-9CA35E905C6A}"/>
          </ac:spMkLst>
        </pc:spChg>
        <pc:spChg chg="mod">
          <ac:chgData name="108S-Subash Chandran, Arjun" userId="26ef4b0b-f38b-41da-b76c-37dfac7bdf39" providerId="ADAL" clId="{2138359D-5460-479F-85DF-B2A7D4556FA9}" dt="2024-02-13T02:49:11.092" v="2163"/>
          <ac:spMkLst>
            <pc:docMk/>
            <pc:sldMk cId="3474854138" sldId="257"/>
            <ac:spMk id="37" creationId="{EB8B128A-1295-4DE4-89ED-375644332333}"/>
          </ac:spMkLst>
        </pc:spChg>
        <pc:spChg chg="add">
          <ac:chgData name="108S-Subash Chandran, Arjun" userId="26ef4b0b-f38b-41da-b76c-37dfac7bdf39" providerId="ADAL" clId="{2138359D-5460-479F-85DF-B2A7D4556FA9}" dt="2024-02-11T18:58:49.409" v="25" actId="26606"/>
          <ac:spMkLst>
            <pc:docMk/>
            <pc:sldMk cId="3474854138" sldId="257"/>
            <ac:spMk id="2055" creationId="{AB8C311F-7253-4AED-9701-7FC0708C41C7}"/>
          </ac:spMkLst>
        </pc:spChg>
        <pc:spChg chg="add">
          <ac:chgData name="108S-Subash Chandran, Arjun" userId="26ef4b0b-f38b-41da-b76c-37dfac7bdf39" providerId="ADAL" clId="{2138359D-5460-479F-85DF-B2A7D4556FA9}" dt="2024-02-11T18:58:49.409" v="25" actId="26606"/>
          <ac:spMkLst>
            <pc:docMk/>
            <pc:sldMk cId="3474854138" sldId="257"/>
            <ac:spMk id="2057" creationId="{E2384209-CB15-4CDF-9D31-C44FD9A3F20D}"/>
          </ac:spMkLst>
        </pc:spChg>
        <pc:spChg chg="add">
          <ac:chgData name="108S-Subash Chandran, Arjun" userId="26ef4b0b-f38b-41da-b76c-37dfac7bdf39" providerId="ADAL" clId="{2138359D-5460-479F-85DF-B2A7D4556FA9}" dt="2024-02-11T18:58:49.409" v="25" actId="26606"/>
          <ac:spMkLst>
            <pc:docMk/>
            <pc:sldMk cId="3474854138" sldId="257"/>
            <ac:spMk id="2059" creationId="{2633B3B5-CC90-43F0-8714-D31D1F3F0209}"/>
          </ac:spMkLst>
        </pc:spChg>
        <pc:spChg chg="add">
          <ac:chgData name="108S-Subash Chandran, Arjun" userId="26ef4b0b-f38b-41da-b76c-37dfac7bdf39" providerId="ADAL" clId="{2138359D-5460-479F-85DF-B2A7D4556FA9}" dt="2024-02-11T18:58:49.409" v="25" actId="26606"/>
          <ac:spMkLst>
            <pc:docMk/>
            <pc:sldMk cId="3474854138" sldId="257"/>
            <ac:spMk id="2061" creationId="{A8D57A06-A426-446D-B02C-A2DC6B62E45E}"/>
          </ac:spMkLst>
        </pc:spChg>
        <pc:grpChg chg="add del mod">
          <ac:chgData name="108S-Subash Chandran, Arjun" userId="26ef4b0b-f38b-41da-b76c-37dfac7bdf39" providerId="ADAL" clId="{2138359D-5460-479F-85DF-B2A7D4556FA9}" dt="2024-02-13T02:49:19.043" v="2164" actId="478"/>
          <ac:grpSpMkLst>
            <pc:docMk/>
            <pc:sldMk cId="3474854138" sldId="257"/>
            <ac:grpSpMk id="2" creationId="{E09148AF-0FB4-5C41-9460-1ECE162DA2FB}"/>
          </ac:grpSpMkLst>
        </pc:grpChg>
        <pc:picChg chg="add mod">
          <ac:chgData name="108S-Subash Chandran, Arjun" userId="26ef4b0b-f38b-41da-b76c-37dfac7bdf39" providerId="ADAL" clId="{2138359D-5460-479F-85DF-B2A7D4556FA9}" dt="2024-02-11T19:01:25.313" v="102" actId="1076"/>
          <ac:picMkLst>
            <pc:docMk/>
            <pc:sldMk cId="3474854138" sldId="257"/>
            <ac:picMk id="2050" creationId="{A7883FEC-957F-DD0B-05CC-64BEF5C6FD18}"/>
          </ac:picMkLst>
        </pc:picChg>
      </pc:sldChg>
      <pc:sldChg chg="new del ord">
        <pc:chgData name="108S-Subash Chandran, Arjun" userId="26ef4b0b-f38b-41da-b76c-37dfac7bdf39" providerId="ADAL" clId="{2138359D-5460-479F-85DF-B2A7D4556FA9}" dt="2024-02-13T02:02:42.630" v="744" actId="47"/>
        <pc:sldMkLst>
          <pc:docMk/>
          <pc:sldMk cId="2596117914" sldId="258"/>
        </pc:sldMkLst>
      </pc:sldChg>
      <pc:sldChg chg="addSp delSp modSp new mod modTransition setBg">
        <pc:chgData name="108S-Subash Chandran, Arjun" userId="26ef4b0b-f38b-41da-b76c-37dfac7bdf39" providerId="ADAL" clId="{2138359D-5460-479F-85DF-B2A7D4556FA9}" dt="2024-02-13T02:48:41.330" v="2162"/>
        <pc:sldMkLst>
          <pc:docMk/>
          <pc:sldMk cId="2270087755" sldId="259"/>
        </pc:sldMkLst>
        <pc:spChg chg="mod ord">
          <ac:chgData name="108S-Subash Chandran, Arjun" userId="26ef4b0b-f38b-41da-b76c-37dfac7bdf39" providerId="ADAL" clId="{2138359D-5460-479F-85DF-B2A7D4556FA9}" dt="2024-02-13T02:21:44.442" v="1250" actId="207"/>
          <ac:spMkLst>
            <pc:docMk/>
            <pc:sldMk cId="2270087755" sldId="259"/>
            <ac:spMk id="2" creationId="{33C77155-0D02-DEB1-F46D-D172778063D4}"/>
          </ac:spMkLst>
        </pc:spChg>
        <pc:spChg chg="mod">
          <ac:chgData name="108S-Subash Chandran, Arjun" userId="26ef4b0b-f38b-41da-b76c-37dfac7bdf39" providerId="ADAL" clId="{2138359D-5460-479F-85DF-B2A7D4556FA9}" dt="2024-02-13T02:14:43.112" v="1159" actId="26606"/>
          <ac:spMkLst>
            <pc:docMk/>
            <pc:sldMk cId="2270087755" sldId="259"/>
            <ac:spMk id="3" creationId="{84C80E96-DBB2-2095-BBD2-8E594A1B4622}"/>
          </ac:spMkLst>
        </pc:spChg>
        <pc:spChg chg="mod">
          <ac:chgData name="108S-Subash Chandran, Arjun" userId="26ef4b0b-f38b-41da-b76c-37dfac7bdf39" providerId="ADAL" clId="{2138359D-5460-479F-85DF-B2A7D4556FA9}" dt="2024-02-13T02:14:43.112" v="1159" actId="26606"/>
          <ac:spMkLst>
            <pc:docMk/>
            <pc:sldMk cId="2270087755" sldId="259"/>
            <ac:spMk id="4" creationId="{FCF21FBC-E834-557F-6F0E-F23437E322FD}"/>
          </ac:spMkLst>
        </pc:spChg>
        <pc:spChg chg="mod">
          <ac:chgData name="108S-Subash Chandran, Arjun" userId="26ef4b0b-f38b-41da-b76c-37dfac7bdf39" providerId="ADAL" clId="{2138359D-5460-479F-85DF-B2A7D4556FA9}" dt="2024-02-13T02:14:43.112" v="1159" actId="26606"/>
          <ac:spMkLst>
            <pc:docMk/>
            <pc:sldMk cId="2270087755" sldId="259"/>
            <ac:spMk id="5" creationId="{D5E2F667-6543-2F07-D456-535BB7AD7403}"/>
          </ac:spMkLst>
        </pc:spChg>
        <pc:spChg chg="mod">
          <ac:chgData name="108S-Subash Chandran, Arjun" userId="26ef4b0b-f38b-41da-b76c-37dfac7bdf39" providerId="ADAL" clId="{2138359D-5460-479F-85DF-B2A7D4556FA9}" dt="2024-02-13T02:14:43.112" v="1159" actId="26606"/>
          <ac:spMkLst>
            <pc:docMk/>
            <pc:sldMk cId="2270087755" sldId="259"/>
            <ac:spMk id="6" creationId="{BA11A3A0-4001-487B-539D-66F4CBC1B840}"/>
          </ac:spMkLst>
        </pc:spChg>
        <pc:spChg chg="add mod ord">
          <ac:chgData name="108S-Subash Chandran, Arjun" userId="26ef4b0b-f38b-41da-b76c-37dfac7bdf39" providerId="ADAL" clId="{2138359D-5460-479F-85DF-B2A7D4556FA9}" dt="2024-02-13T02:14:43.112" v="1159" actId="26606"/>
          <ac:spMkLst>
            <pc:docMk/>
            <pc:sldMk cId="2270087755" sldId="259"/>
            <ac:spMk id="7" creationId="{21154C71-BC81-28B6-DC45-FB125B3E07AE}"/>
          </ac:spMkLst>
        </pc:spChg>
        <pc:spChg chg="add del mod ord">
          <ac:chgData name="108S-Subash Chandran, Arjun" userId="26ef4b0b-f38b-41da-b76c-37dfac7bdf39" providerId="ADAL" clId="{2138359D-5460-479F-85DF-B2A7D4556FA9}" dt="2024-02-13T02:13:39.210" v="1156" actId="478"/>
          <ac:spMkLst>
            <pc:docMk/>
            <pc:sldMk cId="2270087755" sldId="259"/>
            <ac:spMk id="8" creationId="{C8A40691-A72C-228A-4EF8-9F31CA81E3D7}"/>
          </ac:spMkLst>
        </pc:spChg>
        <pc:spChg chg="add del mod ord">
          <ac:chgData name="108S-Subash Chandran, Arjun" userId="26ef4b0b-f38b-41da-b76c-37dfac7bdf39" providerId="ADAL" clId="{2138359D-5460-479F-85DF-B2A7D4556FA9}" dt="2024-02-13T02:13:37.259" v="1155" actId="478"/>
          <ac:spMkLst>
            <pc:docMk/>
            <pc:sldMk cId="2270087755" sldId="259"/>
            <ac:spMk id="9" creationId="{A665C1D9-A91B-CDCF-30CD-33A8BD4D5FC5}"/>
          </ac:spMkLst>
        </pc:spChg>
        <pc:spChg chg="add mod ord">
          <ac:chgData name="108S-Subash Chandran, Arjun" userId="26ef4b0b-f38b-41da-b76c-37dfac7bdf39" providerId="ADAL" clId="{2138359D-5460-479F-85DF-B2A7D4556FA9}" dt="2024-02-13T02:14:43.112" v="1159" actId="26606"/>
          <ac:spMkLst>
            <pc:docMk/>
            <pc:sldMk cId="2270087755" sldId="259"/>
            <ac:spMk id="10" creationId="{BC106FBF-8091-5827-F6C8-0543ED0A151D}"/>
          </ac:spMkLst>
        </pc:spChg>
        <pc:spChg chg="add mod ord">
          <ac:chgData name="108S-Subash Chandran, Arjun" userId="26ef4b0b-f38b-41da-b76c-37dfac7bdf39" providerId="ADAL" clId="{2138359D-5460-479F-85DF-B2A7D4556FA9}" dt="2024-02-13T02:26:36.339" v="1308" actId="1076"/>
          <ac:spMkLst>
            <pc:docMk/>
            <pc:sldMk cId="2270087755" sldId="259"/>
            <ac:spMk id="11" creationId="{CFAE721D-D7D0-B3DE-32D4-30A914504FBD}"/>
          </ac:spMkLst>
        </pc:spChg>
        <pc:spChg chg="add mod ord">
          <ac:chgData name="108S-Subash Chandran, Arjun" userId="26ef4b0b-f38b-41da-b76c-37dfac7bdf39" providerId="ADAL" clId="{2138359D-5460-479F-85DF-B2A7D4556FA9}" dt="2024-02-13T02:14:43.112" v="1159" actId="26606"/>
          <ac:spMkLst>
            <pc:docMk/>
            <pc:sldMk cId="2270087755" sldId="259"/>
            <ac:spMk id="12" creationId="{3E18241F-7159-56FE-B594-6B288CC93D12}"/>
          </ac:spMkLst>
        </pc:spChg>
        <pc:spChg chg="add mod">
          <ac:chgData name="108S-Subash Chandran, Arjun" userId="26ef4b0b-f38b-41da-b76c-37dfac7bdf39" providerId="ADAL" clId="{2138359D-5460-479F-85DF-B2A7D4556FA9}" dt="2024-02-13T02:12:09.310" v="1148"/>
          <ac:spMkLst>
            <pc:docMk/>
            <pc:sldMk cId="2270087755" sldId="259"/>
            <ac:spMk id="13" creationId="{1A500FAD-8935-2C82-486D-24405D2A01EE}"/>
          </ac:spMkLst>
        </pc:spChg>
        <pc:spChg chg="add mod">
          <ac:chgData name="108S-Subash Chandran, Arjun" userId="26ef4b0b-f38b-41da-b76c-37dfac7bdf39" providerId="ADAL" clId="{2138359D-5460-479F-85DF-B2A7D4556FA9}" dt="2024-02-13T02:12:09.310" v="1148"/>
          <ac:spMkLst>
            <pc:docMk/>
            <pc:sldMk cId="2270087755" sldId="259"/>
            <ac:spMk id="14" creationId="{CA9A6B74-FE36-50CD-4A6F-F0925EADD0A9}"/>
          </ac:spMkLst>
        </pc:spChg>
        <pc:spChg chg="add del mod ord">
          <ac:chgData name="108S-Subash Chandran, Arjun" userId="26ef4b0b-f38b-41da-b76c-37dfac7bdf39" providerId="ADAL" clId="{2138359D-5460-479F-85DF-B2A7D4556FA9}" dt="2024-02-13T02:27:19.337" v="1310" actId="478"/>
          <ac:spMkLst>
            <pc:docMk/>
            <pc:sldMk cId="2270087755" sldId="259"/>
            <ac:spMk id="15" creationId="{F897796C-2D63-1131-476A-C8B0E22ABA7C}"/>
          </ac:spMkLst>
        </pc:spChg>
        <pc:spChg chg="add del mod ord">
          <ac:chgData name="108S-Subash Chandran, Arjun" userId="26ef4b0b-f38b-41da-b76c-37dfac7bdf39" providerId="ADAL" clId="{2138359D-5460-479F-85DF-B2A7D4556FA9}" dt="2024-02-13T02:27:21.785" v="1311" actId="478"/>
          <ac:spMkLst>
            <pc:docMk/>
            <pc:sldMk cId="2270087755" sldId="259"/>
            <ac:spMk id="16" creationId="{C8315334-DC0F-1C0F-0F63-4371AB7B37D2}"/>
          </ac:spMkLst>
        </pc:spChg>
        <pc:spChg chg="add mod topLvl">
          <ac:chgData name="108S-Subash Chandran, Arjun" userId="26ef4b0b-f38b-41da-b76c-37dfac7bdf39" providerId="ADAL" clId="{2138359D-5460-479F-85DF-B2A7D4556FA9}" dt="2024-02-13T02:43:02.599" v="2057" actId="207"/>
          <ac:spMkLst>
            <pc:docMk/>
            <pc:sldMk cId="2270087755" sldId="259"/>
            <ac:spMk id="17" creationId="{63729069-997D-181B-FD69-9A2A0DAA29F3}"/>
          </ac:spMkLst>
        </pc:spChg>
        <pc:spChg chg="add mod topLvl">
          <ac:chgData name="108S-Subash Chandran, Arjun" userId="26ef4b0b-f38b-41da-b76c-37dfac7bdf39" providerId="ADAL" clId="{2138359D-5460-479F-85DF-B2A7D4556FA9}" dt="2024-02-13T02:43:02.599" v="2057" actId="207"/>
          <ac:spMkLst>
            <pc:docMk/>
            <pc:sldMk cId="2270087755" sldId="259"/>
            <ac:spMk id="18" creationId="{0F0538D2-BE7B-D6F3-1584-6D9BF7669EF3}"/>
          </ac:spMkLst>
        </pc:spChg>
        <pc:spChg chg="add mod topLvl">
          <ac:chgData name="108S-Subash Chandran, Arjun" userId="26ef4b0b-f38b-41da-b76c-37dfac7bdf39" providerId="ADAL" clId="{2138359D-5460-479F-85DF-B2A7D4556FA9}" dt="2024-02-13T02:43:02.599" v="2057" actId="207"/>
          <ac:spMkLst>
            <pc:docMk/>
            <pc:sldMk cId="2270087755" sldId="259"/>
            <ac:spMk id="19" creationId="{95192012-C986-8CC8-3166-2A56CCC1EC54}"/>
          </ac:spMkLst>
        </pc:spChg>
        <pc:spChg chg="add mod topLvl">
          <ac:chgData name="108S-Subash Chandran, Arjun" userId="26ef4b0b-f38b-41da-b76c-37dfac7bdf39" providerId="ADAL" clId="{2138359D-5460-479F-85DF-B2A7D4556FA9}" dt="2024-02-13T02:43:02.599" v="2057" actId="207"/>
          <ac:spMkLst>
            <pc:docMk/>
            <pc:sldMk cId="2270087755" sldId="259"/>
            <ac:spMk id="20" creationId="{08D3DE55-6E29-B527-2258-9680C041991C}"/>
          </ac:spMkLst>
        </pc:spChg>
        <pc:spChg chg="add del">
          <ac:chgData name="108S-Subash Chandran, Arjun" userId="26ef4b0b-f38b-41da-b76c-37dfac7bdf39" providerId="ADAL" clId="{2138359D-5460-479F-85DF-B2A7D4556FA9}" dt="2024-02-13T02:14:43.112" v="1159" actId="26606"/>
          <ac:spMkLst>
            <pc:docMk/>
            <pc:sldMk cId="2270087755" sldId="259"/>
            <ac:spMk id="21" creationId="{BACC6370-2D7E-4714-9D71-7542949D7D5D}"/>
          </ac:spMkLst>
        </pc:spChg>
        <pc:spChg chg="add mod topLvl">
          <ac:chgData name="108S-Subash Chandran, Arjun" userId="26ef4b0b-f38b-41da-b76c-37dfac7bdf39" providerId="ADAL" clId="{2138359D-5460-479F-85DF-B2A7D4556FA9}" dt="2024-02-13T02:43:02.599" v="2057" actId="207"/>
          <ac:spMkLst>
            <pc:docMk/>
            <pc:sldMk cId="2270087755" sldId="259"/>
            <ac:spMk id="22" creationId="{E158CE82-A495-0676-ADF7-0176072A3E80}"/>
          </ac:spMkLst>
        </pc:spChg>
        <pc:spChg chg="add del">
          <ac:chgData name="108S-Subash Chandran, Arjun" userId="26ef4b0b-f38b-41da-b76c-37dfac7bdf39" providerId="ADAL" clId="{2138359D-5460-479F-85DF-B2A7D4556FA9}" dt="2024-02-13T02:14:43.112" v="1159" actId="26606"/>
          <ac:spMkLst>
            <pc:docMk/>
            <pc:sldMk cId="2270087755" sldId="259"/>
            <ac:spMk id="23" creationId="{F68B3F68-107C-434F-AA38-110D5EA91B85}"/>
          </ac:spMkLst>
        </pc:spChg>
        <pc:spChg chg="add mod topLvl">
          <ac:chgData name="108S-Subash Chandran, Arjun" userId="26ef4b0b-f38b-41da-b76c-37dfac7bdf39" providerId="ADAL" clId="{2138359D-5460-479F-85DF-B2A7D4556FA9}" dt="2024-02-13T02:43:02.599" v="2057" actId="207"/>
          <ac:spMkLst>
            <pc:docMk/>
            <pc:sldMk cId="2270087755" sldId="259"/>
            <ac:spMk id="24" creationId="{5B6A06A6-B3CC-ED01-9E89-09A97798CF2E}"/>
          </ac:spMkLst>
        </pc:spChg>
        <pc:spChg chg="add del">
          <ac:chgData name="108S-Subash Chandran, Arjun" userId="26ef4b0b-f38b-41da-b76c-37dfac7bdf39" providerId="ADAL" clId="{2138359D-5460-479F-85DF-B2A7D4556FA9}" dt="2024-02-13T02:14:43.112" v="1159" actId="26606"/>
          <ac:spMkLst>
            <pc:docMk/>
            <pc:sldMk cId="2270087755" sldId="259"/>
            <ac:spMk id="25" creationId="{AAD0DBB9-1A4B-4391-81D4-CB19F9AB918A}"/>
          </ac:spMkLst>
        </pc:spChg>
        <pc:spChg chg="add mod topLvl">
          <ac:chgData name="108S-Subash Chandran, Arjun" userId="26ef4b0b-f38b-41da-b76c-37dfac7bdf39" providerId="ADAL" clId="{2138359D-5460-479F-85DF-B2A7D4556FA9}" dt="2024-02-13T02:43:02.599" v="2057" actId="207"/>
          <ac:spMkLst>
            <pc:docMk/>
            <pc:sldMk cId="2270087755" sldId="259"/>
            <ac:spMk id="26" creationId="{75902CD0-04A5-7E6B-701F-126B231D108C}"/>
          </ac:spMkLst>
        </pc:spChg>
        <pc:spChg chg="add del">
          <ac:chgData name="108S-Subash Chandran, Arjun" userId="26ef4b0b-f38b-41da-b76c-37dfac7bdf39" providerId="ADAL" clId="{2138359D-5460-479F-85DF-B2A7D4556FA9}" dt="2024-02-13T02:14:43.112" v="1159" actId="26606"/>
          <ac:spMkLst>
            <pc:docMk/>
            <pc:sldMk cId="2270087755" sldId="259"/>
            <ac:spMk id="27" creationId="{063BBA22-50EA-4C4D-BE05-F1CE4E63AA56}"/>
          </ac:spMkLst>
        </pc:spChg>
        <pc:spChg chg="add mod topLvl">
          <ac:chgData name="108S-Subash Chandran, Arjun" userId="26ef4b0b-f38b-41da-b76c-37dfac7bdf39" providerId="ADAL" clId="{2138359D-5460-479F-85DF-B2A7D4556FA9}" dt="2024-02-13T02:43:02.599" v="2057" actId="207"/>
          <ac:spMkLst>
            <pc:docMk/>
            <pc:sldMk cId="2270087755" sldId="259"/>
            <ac:spMk id="28" creationId="{83708E88-1A56-1E9D-130A-4C8E3CEBF9CC}"/>
          </ac:spMkLst>
        </pc:spChg>
        <pc:spChg chg="add mod topLvl">
          <ac:chgData name="108S-Subash Chandran, Arjun" userId="26ef4b0b-f38b-41da-b76c-37dfac7bdf39" providerId="ADAL" clId="{2138359D-5460-479F-85DF-B2A7D4556FA9}" dt="2024-02-13T02:43:02.599" v="2057" actId="207"/>
          <ac:spMkLst>
            <pc:docMk/>
            <pc:sldMk cId="2270087755" sldId="259"/>
            <ac:spMk id="29" creationId="{98CEE27B-C764-46CD-2706-21BC462BDD3B}"/>
          </ac:spMkLst>
        </pc:spChg>
        <pc:spChg chg="add mod topLvl">
          <ac:chgData name="108S-Subash Chandran, Arjun" userId="26ef4b0b-f38b-41da-b76c-37dfac7bdf39" providerId="ADAL" clId="{2138359D-5460-479F-85DF-B2A7D4556FA9}" dt="2024-02-13T02:43:02.599" v="2057" actId="207"/>
          <ac:spMkLst>
            <pc:docMk/>
            <pc:sldMk cId="2270087755" sldId="259"/>
            <ac:spMk id="30" creationId="{BCA3C188-7FAF-4B76-068D-990E742DE194}"/>
          </ac:spMkLst>
        </pc:spChg>
        <pc:spChg chg="add mod topLvl">
          <ac:chgData name="108S-Subash Chandran, Arjun" userId="26ef4b0b-f38b-41da-b76c-37dfac7bdf39" providerId="ADAL" clId="{2138359D-5460-479F-85DF-B2A7D4556FA9}" dt="2024-02-13T02:43:02.599" v="2057" actId="207"/>
          <ac:spMkLst>
            <pc:docMk/>
            <pc:sldMk cId="2270087755" sldId="259"/>
            <ac:spMk id="31" creationId="{F1112862-9F7A-B4FE-106A-BCBD21BB4B7D}"/>
          </ac:spMkLst>
        </pc:spChg>
        <pc:spChg chg="add mod topLvl">
          <ac:chgData name="108S-Subash Chandran, Arjun" userId="26ef4b0b-f38b-41da-b76c-37dfac7bdf39" providerId="ADAL" clId="{2138359D-5460-479F-85DF-B2A7D4556FA9}" dt="2024-02-13T02:43:02.599" v="2057" actId="207"/>
          <ac:spMkLst>
            <pc:docMk/>
            <pc:sldMk cId="2270087755" sldId="259"/>
            <ac:spMk id="32" creationId="{4BF4BCA2-EEC4-ACEC-60F2-6DC7DFF654DF}"/>
          </ac:spMkLst>
        </pc:spChg>
        <pc:spChg chg="add mod topLvl">
          <ac:chgData name="108S-Subash Chandran, Arjun" userId="26ef4b0b-f38b-41da-b76c-37dfac7bdf39" providerId="ADAL" clId="{2138359D-5460-479F-85DF-B2A7D4556FA9}" dt="2024-02-13T02:43:02.599" v="2057" actId="207"/>
          <ac:spMkLst>
            <pc:docMk/>
            <pc:sldMk cId="2270087755" sldId="259"/>
            <ac:spMk id="33" creationId="{A0BE9F33-DFF1-3BF4-A4AF-FD79DC90E541}"/>
          </ac:spMkLst>
        </pc:spChg>
        <pc:spChg chg="add mod topLvl">
          <ac:chgData name="108S-Subash Chandran, Arjun" userId="26ef4b0b-f38b-41da-b76c-37dfac7bdf39" providerId="ADAL" clId="{2138359D-5460-479F-85DF-B2A7D4556FA9}" dt="2024-02-13T02:43:02.599" v="2057" actId="207"/>
          <ac:spMkLst>
            <pc:docMk/>
            <pc:sldMk cId="2270087755" sldId="259"/>
            <ac:spMk id="34" creationId="{B7E3E85F-FBCA-6182-870D-59F5DBA2061F}"/>
          </ac:spMkLst>
        </pc:spChg>
        <pc:spChg chg="add del mod ord topLvl">
          <ac:chgData name="108S-Subash Chandran, Arjun" userId="26ef4b0b-f38b-41da-b76c-37dfac7bdf39" providerId="ADAL" clId="{2138359D-5460-479F-85DF-B2A7D4556FA9}" dt="2024-02-13T02:43:02.599" v="2057" actId="207"/>
          <ac:spMkLst>
            <pc:docMk/>
            <pc:sldMk cId="2270087755" sldId="259"/>
            <ac:spMk id="35" creationId="{4FD426A4-E79C-FE25-2F55-A309765DF8FF}"/>
          </ac:spMkLst>
        </pc:spChg>
        <pc:spChg chg="add mod topLvl">
          <ac:chgData name="108S-Subash Chandran, Arjun" userId="26ef4b0b-f38b-41da-b76c-37dfac7bdf39" providerId="ADAL" clId="{2138359D-5460-479F-85DF-B2A7D4556FA9}" dt="2024-02-13T02:43:02.599" v="2057" actId="207"/>
          <ac:spMkLst>
            <pc:docMk/>
            <pc:sldMk cId="2270087755" sldId="259"/>
            <ac:spMk id="36" creationId="{5DE6B67E-E466-2F64-CA27-C69DBA908E9C}"/>
          </ac:spMkLst>
        </pc:spChg>
        <pc:spChg chg="add mod topLvl">
          <ac:chgData name="108S-Subash Chandran, Arjun" userId="26ef4b0b-f38b-41da-b76c-37dfac7bdf39" providerId="ADAL" clId="{2138359D-5460-479F-85DF-B2A7D4556FA9}" dt="2024-02-13T02:43:02.599" v="2057" actId="207"/>
          <ac:spMkLst>
            <pc:docMk/>
            <pc:sldMk cId="2270087755" sldId="259"/>
            <ac:spMk id="37" creationId="{9E6934CC-142D-E3AE-E96F-07D51E770553}"/>
          </ac:spMkLst>
        </pc:spChg>
        <pc:spChg chg="add mod topLvl">
          <ac:chgData name="108S-Subash Chandran, Arjun" userId="26ef4b0b-f38b-41da-b76c-37dfac7bdf39" providerId="ADAL" clId="{2138359D-5460-479F-85DF-B2A7D4556FA9}" dt="2024-02-13T02:43:02.599" v="2057" actId="207"/>
          <ac:spMkLst>
            <pc:docMk/>
            <pc:sldMk cId="2270087755" sldId="259"/>
            <ac:spMk id="38" creationId="{9C4367D2-CAAB-099E-CA54-F6988D526A8A}"/>
          </ac:spMkLst>
        </pc:spChg>
        <pc:spChg chg="add mod topLvl">
          <ac:chgData name="108S-Subash Chandran, Arjun" userId="26ef4b0b-f38b-41da-b76c-37dfac7bdf39" providerId="ADAL" clId="{2138359D-5460-479F-85DF-B2A7D4556FA9}" dt="2024-02-13T02:43:02.599" v="2057" actId="207"/>
          <ac:spMkLst>
            <pc:docMk/>
            <pc:sldMk cId="2270087755" sldId="259"/>
            <ac:spMk id="39" creationId="{C7FF5D7C-1918-1F9C-D369-F06E8B194C9B}"/>
          </ac:spMkLst>
        </pc:spChg>
        <pc:spChg chg="add mod topLvl">
          <ac:chgData name="108S-Subash Chandran, Arjun" userId="26ef4b0b-f38b-41da-b76c-37dfac7bdf39" providerId="ADAL" clId="{2138359D-5460-479F-85DF-B2A7D4556FA9}" dt="2024-02-13T02:43:02.599" v="2057" actId="207"/>
          <ac:spMkLst>
            <pc:docMk/>
            <pc:sldMk cId="2270087755" sldId="259"/>
            <ac:spMk id="40" creationId="{8FA5D1F5-AAE7-BEF4-4F51-7D02B0809EA5}"/>
          </ac:spMkLst>
        </pc:spChg>
        <pc:spChg chg="add mod topLvl">
          <ac:chgData name="108S-Subash Chandran, Arjun" userId="26ef4b0b-f38b-41da-b76c-37dfac7bdf39" providerId="ADAL" clId="{2138359D-5460-479F-85DF-B2A7D4556FA9}" dt="2024-02-13T02:43:02.599" v="2057" actId="207"/>
          <ac:spMkLst>
            <pc:docMk/>
            <pc:sldMk cId="2270087755" sldId="259"/>
            <ac:spMk id="41" creationId="{40766098-D527-F965-1DE8-B2316C81C4A0}"/>
          </ac:spMkLst>
        </pc:spChg>
        <pc:spChg chg="add mod topLvl">
          <ac:chgData name="108S-Subash Chandran, Arjun" userId="26ef4b0b-f38b-41da-b76c-37dfac7bdf39" providerId="ADAL" clId="{2138359D-5460-479F-85DF-B2A7D4556FA9}" dt="2024-02-13T02:43:02.599" v="2057" actId="207"/>
          <ac:spMkLst>
            <pc:docMk/>
            <pc:sldMk cId="2270087755" sldId="259"/>
            <ac:spMk id="42" creationId="{732CF424-B2C4-DBBF-B50F-22B62D9C2D3B}"/>
          </ac:spMkLst>
        </pc:spChg>
        <pc:spChg chg="add mod topLvl">
          <ac:chgData name="108S-Subash Chandran, Arjun" userId="26ef4b0b-f38b-41da-b76c-37dfac7bdf39" providerId="ADAL" clId="{2138359D-5460-479F-85DF-B2A7D4556FA9}" dt="2024-02-13T02:43:02.599" v="2057" actId="207"/>
          <ac:spMkLst>
            <pc:docMk/>
            <pc:sldMk cId="2270087755" sldId="259"/>
            <ac:spMk id="43" creationId="{9CCBC0E1-4E18-087A-6005-C558CAD4D38E}"/>
          </ac:spMkLst>
        </pc:spChg>
        <pc:spChg chg="add mod topLvl">
          <ac:chgData name="108S-Subash Chandran, Arjun" userId="26ef4b0b-f38b-41da-b76c-37dfac7bdf39" providerId="ADAL" clId="{2138359D-5460-479F-85DF-B2A7D4556FA9}" dt="2024-02-13T02:43:02.599" v="2057" actId="207"/>
          <ac:spMkLst>
            <pc:docMk/>
            <pc:sldMk cId="2270087755" sldId="259"/>
            <ac:spMk id="44" creationId="{41FA73B6-71BA-659C-C3CE-4AF513B167C8}"/>
          </ac:spMkLst>
        </pc:spChg>
        <pc:spChg chg="add mod topLvl">
          <ac:chgData name="108S-Subash Chandran, Arjun" userId="26ef4b0b-f38b-41da-b76c-37dfac7bdf39" providerId="ADAL" clId="{2138359D-5460-479F-85DF-B2A7D4556FA9}" dt="2024-02-13T02:43:02.599" v="2057" actId="207"/>
          <ac:spMkLst>
            <pc:docMk/>
            <pc:sldMk cId="2270087755" sldId="259"/>
            <ac:spMk id="45" creationId="{43875007-702F-6710-BD91-B6DFA3E99A26}"/>
          </ac:spMkLst>
        </pc:spChg>
        <pc:spChg chg="add mod topLvl">
          <ac:chgData name="108S-Subash Chandran, Arjun" userId="26ef4b0b-f38b-41da-b76c-37dfac7bdf39" providerId="ADAL" clId="{2138359D-5460-479F-85DF-B2A7D4556FA9}" dt="2024-02-13T02:43:02.599" v="2057" actId="207"/>
          <ac:spMkLst>
            <pc:docMk/>
            <pc:sldMk cId="2270087755" sldId="259"/>
            <ac:spMk id="46" creationId="{258481EA-6723-A6C7-062B-1AE20ACEF545}"/>
          </ac:spMkLst>
        </pc:spChg>
        <pc:spChg chg="add mod topLvl">
          <ac:chgData name="108S-Subash Chandran, Arjun" userId="26ef4b0b-f38b-41da-b76c-37dfac7bdf39" providerId="ADAL" clId="{2138359D-5460-479F-85DF-B2A7D4556FA9}" dt="2024-02-13T02:43:02.599" v="2057" actId="207"/>
          <ac:spMkLst>
            <pc:docMk/>
            <pc:sldMk cId="2270087755" sldId="259"/>
            <ac:spMk id="47" creationId="{3C51454C-B92E-ECEB-267E-91B482468C72}"/>
          </ac:spMkLst>
        </pc:spChg>
        <pc:spChg chg="add mod topLvl">
          <ac:chgData name="108S-Subash Chandran, Arjun" userId="26ef4b0b-f38b-41da-b76c-37dfac7bdf39" providerId="ADAL" clId="{2138359D-5460-479F-85DF-B2A7D4556FA9}" dt="2024-02-13T02:43:02.599" v="2057" actId="207"/>
          <ac:spMkLst>
            <pc:docMk/>
            <pc:sldMk cId="2270087755" sldId="259"/>
            <ac:spMk id="48" creationId="{A15BFBD5-5B6F-EACE-44EC-382CDF67EE2D}"/>
          </ac:spMkLst>
        </pc:spChg>
        <pc:spChg chg="add mod topLvl">
          <ac:chgData name="108S-Subash Chandran, Arjun" userId="26ef4b0b-f38b-41da-b76c-37dfac7bdf39" providerId="ADAL" clId="{2138359D-5460-479F-85DF-B2A7D4556FA9}" dt="2024-02-13T02:43:02.599" v="2057" actId="207"/>
          <ac:spMkLst>
            <pc:docMk/>
            <pc:sldMk cId="2270087755" sldId="259"/>
            <ac:spMk id="49" creationId="{56AA4CA3-E941-8383-9BD9-7B60B5463F6E}"/>
          </ac:spMkLst>
        </pc:spChg>
        <pc:spChg chg="add mod topLvl">
          <ac:chgData name="108S-Subash Chandran, Arjun" userId="26ef4b0b-f38b-41da-b76c-37dfac7bdf39" providerId="ADAL" clId="{2138359D-5460-479F-85DF-B2A7D4556FA9}" dt="2024-02-13T02:43:02.599" v="2057" actId="207"/>
          <ac:spMkLst>
            <pc:docMk/>
            <pc:sldMk cId="2270087755" sldId="259"/>
            <ac:spMk id="50" creationId="{E43E8E12-C0C6-9D0B-569A-8200658F8915}"/>
          </ac:spMkLst>
        </pc:spChg>
        <pc:spChg chg="add mod topLvl">
          <ac:chgData name="108S-Subash Chandran, Arjun" userId="26ef4b0b-f38b-41da-b76c-37dfac7bdf39" providerId="ADAL" clId="{2138359D-5460-479F-85DF-B2A7D4556FA9}" dt="2024-02-13T02:43:02.599" v="2057" actId="207"/>
          <ac:spMkLst>
            <pc:docMk/>
            <pc:sldMk cId="2270087755" sldId="259"/>
            <ac:spMk id="51" creationId="{A61C0C9E-2C11-A22F-E9EB-6E4554CFC3C8}"/>
          </ac:spMkLst>
        </pc:spChg>
        <pc:spChg chg="mod">
          <ac:chgData name="108S-Subash Chandran, Arjun" userId="26ef4b0b-f38b-41da-b76c-37dfac7bdf39" providerId="ADAL" clId="{2138359D-5460-479F-85DF-B2A7D4556FA9}" dt="2024-02-13T02:21:21.796" v="1247"/>
          <ac:spMkLst>
            <pc:docMk/>
            <pc:sldMk cId="2270087755" sldId="259"/>
            <ac:spMk id="53" creationId="{8C8B9318-CBE2-C00B-62B1-5211E18E5122}"/>
          </ac:spMkLst>
        </pc:spChg>
        <pc:spChg chg="add mod">
          <ac:chgData name="108S-Subash Chandran, Arjun" userId="26ef4b0b-f38b-41da-b76c-37dfac7bdf39" providerId="ADAL" clId="{2138359D-5460-479F-85DF-B2A7D4556FA9}" dt="2024-02-13T02:22:48.759" v="1251"/>
          <ac:spMkLst>
            <pc:docMk/>
            <pc:sldMk cId="2270087755" sldId="259"/>
            <ac:spMk id="54" creationId="{9A4C9FE6-15E4-796F-049C-80F7C5763D93}"/>
          </ac:spMkLst>
        </pc:spChg>
        <pc:spChg chg="mod">
          <ac:chgData name="108S-Subash Chandran, Arjun" userId="26ef4b0b-f38b-41da-b76c-37dfac7bdf39" providerId="ADAL" clId="{2138359D-5460-479F-85DF-B2A7D4556FA9}" dt="2024-02-13T02:23:54.423" v="1253"/>
          <ac:spMkLst>
            <pc:docMk/>
            <pc:sldMk cId="2270087755" sldId="259"/>
            <ac:spMk id="56" creationId="{0FCC51C3-1B03-465D-B347-274FBBE04749}"/>
          </ac:spMkLst>
        </pc:spChg>
        <pc:spChg chg="mod">
          <ac:chgData name="108S-Subash Chandran, Arjun" userId="26ef4b0b-f38b-41da-b76c-37dfac7bdf39" providerId="ADAL" clId="{2138359D-5460-479F-85DF-B2A7D4556FA9}" dt="2024-02-13T02:23:54.423" v="1253"/>
          <ac:spMkLst>
            <pc:docMk/>
            <pc:sldMk cId="2270087755" sldId="259"/>
            <ac:spMk id="57" creationId="{233C5563-EC06-17CB-1442-C0CD4225F303}"/>
          </ac:spMkLst>
        </pc:spChg>
        <pc:spChg chg="mod">
          <ac:chgData name="108S-Subash Chandran, Arjun" userId="26ef4b0b-f38b-41da-b76c-37dfac7bdf39" providerId="ADAL" clId="{2138359D-5460-479F-85DF-B2A7D4556FA9}" dt="2024-02-13T02:23:54.423" v="1253"/>
          <ac:spMkLst>
            <pc:docMk/>
            <pc:sldMk cId="2270087755" sldId="259"/>
            <ac:spMk id="58" creationId="{69DBEF4D-8C21-16B7-A22D-909CD9EA8131}"/>
          </ac:spMkLst>
        </pc:spChg>
        <pc:spChg chg="mod">
          <ac:chgData name="108S-Subash Chandran, Arjun" userId="26ef4b0b-f38b-41da-b76c-37dfac7bdf39" providerId="ADAL" clId="{2138359D-5460-479F-85DF-B2A7D4556FA9}" dt="2024-02-13T02:23:54.423" v="1253"/>
          <ac:spMkLst>
            <pc:docMk/>
            <pc:sldMk cId="2270087755" sldId="259"/>
            <ac:spMk id="59" creationId="{5F7A1C6D-A2AF-5FD3-519F-922D95A7588F}"/>
          </ac:spMkLst>
        </pc:spChg>
        <pc:spChg chg="mod">
          <ac:chgData name="108S-Subash Chandran, Arjun" userId="26ef4b0b-f38b-41da-b76c-37dfac7bdf39" providerId="ADAL" clId="{2138359D-5460-479F-85DF-B2A7D4556FA9}" dt="2024-02-13T02:23:54.423" v="1253"/>
          <ac:spMkLst>
            <pc:docMk/>
            <pc:sldMk cId="2270087755" sldId="259"/>
            <ac:spMk id="60" creationId="{59D71AC1-DDCB-76EF-EF7E-12D4893FD57C}"/>
          </ac:spMkLst>
        </pc:spChg>
        <pc:spChg chg="mod">
          <ac:chgData name="108S-Subash Chandran, Arjun" userId="26ef4b0b-f38b-41da-b76c-37dfac7bdf39" providerId="ADAL" clId="{2138359D-5460-479F-85DF-B2A7D4556FA9}" dt="2024-02-13T02:23:54.423" v="1253"/>
          <ac:spMkLst>
            <pc:docMk/>
            <pc:sldMk cId="2270087755" sldId="259"/>
            <ac:spMk id="61" creationId="{82E61DC0-6775-7623-2FB3-24FA92AF5BD0}"/>
          </ac:spMkLst>
        </pc:spChg>
        <pc:spChg chg="mod">
          <ac:chgData name="108S-Subash Chandran, Arjun" userId="26ef4b0b-f38b-41da-b76c-37dfac7bdf39" providerId="ADAL" clId="{2138359D-5460-479F-85DF-B2A7D4556FA9}" dt="2024-02-13T02:23:54.423" v="1253"/>
          <ac:spMkLst>
            <pc:docMk/>
            <pc:sldMk cId="2270087755" sldId="259"/>
            <ac:spMk id="62" creationId="{42388F0A-723F-2C85-53C3-74C0678A18E4}"/>
          </ac:spMkLst>
        </pc:spChg>
        <pc:spChg chg="mod">
          <ac:chgData name="108S-Subash Chandran, Arjun" userId="26ef4b0b-f38b-41da-b76c-37dfac7bdf39" providerId="ADAL" clId="{2138359D-5460-479F-85DF-B2A7D4556FA9}" dt="2024-02-13T02:23:54.423" v="1253"/>
          <ac:spMkLst>
            <pc:docMk/>
            <pc:sldMk cId="2270087755" sldId="259"/>
            <ac:spMk id="63" creationId="{9606B0E8-2D36-84A1-63E1-CD91BF2682E9}"/>
          </ac:spMkLst>
        </pc:spChg>
        <pc:spChg chg="mod">
          <ac:chgData name="108S-Subash Chandran, Arjun" userId="26ef4b0b-f38b-41da-b76c-37dfac7bdf39" providerId="ADAL" clId="{2138359D-5460-479F-85DF-B2A7D4556FA9}" dt="2024-02-13T02:23:54.423" v="1253"/>
          <ac:spMkLst>
            <pc:docMk/>
            <pc:sldMk cId="2270087755" sldId="259"/>
            <ac:spMk id="1024" creationId="{4DFD8366-16A2-210E-6CE8-A9E01A0052BF}"/>
          </ac:spMkLst>
        </pc:spChg>
        <pc:spChg chg="mod">
          <ac:chgData name="108S-Subash Chandran, Arjun" userId="26ef4b0b-f38b-41da-b76c-37dfac7bdf39" providerId="ADAL" clId="{2138359D-5460-479F-85DF-B2A7D4556FA9}" dt="2024-02-13T02:23:54.423" v="1253"/>
          <ac:spMkLst>
            <pc:docMk/>
            <pc:sldMk cId="2270087755" sldId="259"/>
            <ac:spMk id="1025" creationId="{5EABFEB3-7CF3-68E9-FACA-69F56835011E}"/>
          </ac:spMkLst>
        </pc:spChg>
        <pc:spChg chg="mod">
          <ac:chgData name="108S-Subash Chandran, Arjun" userId="26ef4b0b-f38b-41da-b76c-37dfac7bdf39" providerId="ADAL" clId="{2138359D-5460-479F-85DF-B2A7D4556FA9}" dt="2024-02-13T02:23:54.423" v="1253"/>
          <ac:spMkLst>
            <pc:docMk/>
            <pc:sldMk cId="2270087755" sldId="259"/>
            <ac:spMk id="1027" creationId="{5581DD56-C0BA-24E9-9DC3-22F15FF3CE58}"/>
          </ac:spMkLst>
        </pc:spChg>
        <pc:spChg chg="mod">
          <ac:chgData name="108S-Subash Chandran, Arjun" userId="26ef4b0b-f38b-41da-b76c-37dfac7bdf39" providerId="ADAL" clId="{2138359D-5460-479F-85DF-B2A7D4556FA9}" dt="2024-02-13T02:23:54.423" v="1253"/>
          <ac:spMkLst>
            <pc:docMk/>
            <pc:sldMk cId="2270087755" sldId="259"/>
            <ac:spMk id="1028" creationId="{46151E90-489F-7802-8176-0A0BDB67FB39}"/>
          </ac:spMkLst>
        </pc:spChg>
        <pc:spChg chg="mod">
          <ac:chgData name="108S-Subash Chandran, Arjun" userId="26ef4b0b-f38b-41da-b76c-37dfac7bdf39" providerId="ADAL" clId="{2138359D-5460-479F-85DF-B2A7D4556FA9}" dt="2024-02-13T02:23:54.423" v="1253"/>
          <ac:spMkLst>
            <pc:docMk/>
            <pc:sldMk cId="2270087755" sldId="259"/>
            <ac:spMk id="1029" creationId="{96145A52-CF4B-F1C2-20C9-3C6EE80C0A9C}"/>
          </ac:spMkLst>
        </pc:spChg>
        <pc:spChg chg="mod">
          <ac:chgData name="108S-Subash Chandran, Arjun" userId="26ef4b0b-f38b-41da-b76c-37dfac7bdf39" providerId="ADAL" clId="{2138359D-5460-479F-85DF-B2A7D4556FA9}" dt="2024-02-13T02:23:54.423" v="1253"/>
          <ac:spMkLst>
            <pc:docMk/>
            <pc:sldMk cId="2270087755" sldId="259"/>
            <ac:spMk id="1030" creationId="{0E333405-9D08-C5CB-FC7C-B86E59DB7EDC}"/>
          </ac:spMkLst>
        </pc:spChg>
        <pc:spChg chg="mod">
          <ac:chgData name="108S-Subash Chandran, Arjun" userId="26ef4b0b-f38b-41da-b76c-37dfac7bdf39" providerId="ADAL" clId="{2138359D-5460-479F-85DF-B2A7D4556FA9}" dt="2024-02-13T02:23:54.423" v="1253"/>
          <ac:spMkLst>
            <pc:docMk/>
            <pc:sldMk cId="2270087755" sldId="259"/>
            <ac:spMk id="1031" creationId="{EA6E9784-8618-DBD3-8D80-1C3C5DE19C7F}"/>
          </ac:spMkLst>
        </pc:spChg>
        <pc:spChg chg="mod">
          <ac:chgData name="108S-Subash Chandran, Arjun" userId="26ef4b0b-f38b-41da-b76c-37dfac7bdf39" providerId="ADAL" clId="{2138359D-5460-479F-85DF-B2A7D4556FA9}" dt="2024-02-13T02:23:54.423" v="1253"/>
          <ac:spMkLst>
            <pc:docMk/>
            <pc:sldMk cId="2270087755" sldId="259"/>
            <ac:spMk id="1032" creationId="{2B5EE2AD-384A-738B-1AE5-CA0099A77D0E}"/>
          </ac:spMkLst>
        </pc:spChg>
        <pc:spChg chg="mod">
          <ac:chgData name="108S-Subash Chandran, Arjun" userId="26ef4b0b-f38b-41da-b76c-37dfac7bdf39" providerId="ADAL" clId="{2138359D-5460-479F-85DF-B2A7D4556FA9}" dt="2024-02-13T02:23:54.423" v="1253"/>
          <ac:spMkLst>
            <pc:docMk/>
            <pc:sldMk cId="2270087755" sldId="259"/>
            <ac:spMk id="1033" creationId="{DCF21BFB-4E10-83A7-58CB-56DD88C518C1}"/>
          </ac:spMkLst>
        </pc:spChg>
        <pc:spChg chg="mod">
          <ac:chgData name="108S-Subash Chandran, Arjun" userId="26ef4b0b-f38b-41da-b76c-37dfac7bdf39" providerId="ADAL" clId="{2138359D-5460-479F-85DF-B2A7D4556FA9}" dt="2024-02-13T02:23:54.423" v="1253"/>
          <ac:spMkLst>
            <pc:docMk/>
            <pc:sldMk cId="2270087755" sldId="259"/>
            <ac:spMk id="1034" creationId="{7FC466CE-C255-83B6-0E0E-7EECF61BFBC6}"/>
          </ac:spMkLst>
        </pc:spChg>
        <pc:spChg chg="mod">
          <ac:chgData name="108S-Subash Chandran, Arjun" userId="26ef4b0b-f38b-41da-b76c-37dfac7bdf39" providerId="ADAL" clId="{2138359D-5460-479F-85DF-B2A7D4556FA9}" dt="2024-02-13T02:23:54.423" v="1253"/>
          <ac:spMkLst>
            <pc:docMk/>
            <pc:sldMk cId="2270087755" sldId="259"/>
            <ac:spMk id="1035" creationId="{37E521BD-C32C-0A2D-87F0-0F6089DC587F}"/>
          </ac:spMkLst>
        </pc:spChg>
        <pc:spChg chg="mod">
          <ac:chgData name="108S-Subash Chandran, Arjun" userId="26ef4b0b-f38b-41da-b76c-37dfac7bdf39" providerId="ADAL" clId="{2138359D-5460-479F-85DF-B2A7D4556FA9}" dt="2024-02-13T02:23:54.423" v="1253"/>
          <ac:spMkLst>
            <pc:docMk/>
            <pc:sldMk cId="2270087755" sldId="259"/>
            <ac:spMk id="1036" creationId="{A05D62A8-0961-52F6-DD61-2AAAA12CB6F3}"/>
          </ac:spMkLst>
        </pc:spChg>
        <pc:spChg chg="mod">
          <ac:chgData name="108S-Subash Chandran, Arjun" userId="26ef4b0b-f38b-41da-b76c-37dfac7bdf39" providerId="ADAL" clId="{2138359D-5460-479F-85DF-B2A7D4556FA9}" dt="2024-02-13T02:23:54.423" v="1253"/>
          <ac:spMkLst>
            <pc:docMk/>
            <pc:sldMk cId="2270087755" sldId="259"/>
            <ac:spMk id="1037" creationId="{129CEA3B-F984-838C-B4D9-CC1FDF6D2E30}"/>
          </ac:spMkLst>
        </pc:spChg>
        <pc:spChg chg="mod">
          <ac:chgData name="108S-Subash Chandran, Arjun" userId="26ef4b0b-f38b-41da-b76c-37dfac7bdf39" providerId="ADAL" clId="{2138359D-5460-479F-85DF-B2A7D4556FA9}" dt="2024-02-13T02:23:54.423" v="1253"/>
          <ac:spMkLst>
            <pc:docMk/>
            <pc:sldMk cId="2270087755" sldId="259"/>
            <ac:spMk id="1038" creationId="{BA1C6BDC-BC6D-B226-4499-69E8419F260D}"/>
          </ac:spMkLst>
        </pc:spChg>
        <pc:spChg chg="mod">
          <ac:chgData name="108S-Subash Chandran, Arjun" userId="26ef4b0b-f38b-41da-b76c-37dfac7bdf39" providerId="ADAL" clId="{2138359D-5460-479F-85DF-B2A7D4556FA9}" dt="2024-02-13T02:23:54.423" v="1253"/>
          <ac:spMkLst>
            <pc:docMk/>
            <pc:sldMk cId="2270087755" sldId="259"/>
            <ac:spMk id="1039" creationId="{D36704B4-B8D3-743A-77E6-D8DC8EA11032}"/>
          </ac:spMkLst>
        </pc:spChg>
        <pc:spChg chg="mod">
          <ac:chgData name="108S-Subash Chandran, Arjun" userId="26ef4b0b-f38b-41da-b76c-37dfac7bdf39" providerId="ADAL" clId="{2138359D-5460-479F-85DF-B2A7D4556FA9}" dt="2024-02-13T02:23:54.423" v="1253"/>
          <ac:spMkLst>
            <pc:docMk/>
            <pc:sldMk cId="2270087755" sldId="259"/>
            <ac:spMk id="1040" creationId="{7C178D58-B51F-86AC-1357-DFCC3EA488D9}"/>
          </ac:spMkLst>
        </pc:spChg>
        <pc:spChg chg="mod">
          <ac:chgData name="108S-Subash Chandran, Arjun" userId="26ef4b0b-f38b-41da-b76c-37dfac7bdf39" providerId="ADAL" clId="{2138359D-5460-479F-85DF-B2A7D4556FA9}" dt="2024-02-13T02:23:54.423" v="1253"/>
          <ac:spMkLst>
            <pc:docMk/>
            <pc:sldMk cId="2270087755" sldId="259"/>
            <ac:spMk id="1041" creationId="{AB280BDF-4213-FD6D-E473-775B7D328285}"/>
          </ac:spMkLst>
        </pc:spChg>
        <pc:spChg chg="mod">
          <ac:chgData name="108S-Subash Chandran, Arjun" userId="26ef4b0b-f38b-41da-b76c-37dfac7bdf39" providerId="ADAL" clId="{2138359D-5460-479F-85DF-B2A7D4556FA9}" dt="2024-02-13T02:23:54.423" v="1253"/>
          <ac:spMkLst>
            <pc:docMk/>
            <pc:sldMk cId="2270087755" sldId="259"/>
            <ac:spMk id="1042" creationId="{1B952ABD-9A9A-C214-AAF8-7433D745D18F}"/>
          </ac:spMkLst>
        </pc:spChg>
        <pc:spChg chg="mod">
          <ac:chgData name="108S-Subash Chandran, Arjun" userId="26ef4b0b-f38b-41da-b76c-37dfac7bdf39" providerId="ADAL" clId="{2138359D-5460-479F-85DF-B2A7D4556FA9}" dt="2024-02-13T02:23:54.423" v="1253"/>
          <ac:spMkLst>
            <pc:docMk/>
            <pc:sldMk cId="2270087755" sldId="259"/>
            <ac:spMk id="1043" creationId="{FFF2792A-C39B-71CC-2944-D0A36F430201}"/>
          </ac:spMkLst>
        </pc:spChg>
        <pc:spChg chg="mod">
          <ac:chgData name="108S-Subash Chandran, Arjun" userId="26ef4b0b-f38b-41da-b76c-37dfac7bdf39" providerId="ADAL" clId="{2138359D-5460-479F-85DF-B2A7D4556FA9}" dt="2024-02-13T02:23:54.423" v="1253"/>
          <ac:spMkLst>
            <pc:docMk/>
            <pc:sldMk cId="2270087755" sldId="259"/>
            <ac:spMk id="1044" creationId="{73FA527D-5861-27EC-2B1C-F5520EB2AD9B}"/>
          </ac:spMkLst>
        </pc:spChg>
        <pc:spChg chg="mod">
          <ac:chgData name="108S-Subash Chandran, Arjun" userId="26ef4b0b-f38b-41da-b76c-37dfac7bdf39" providerId="ADAL" clId="{2138359D-5460-479F-85DF-B2A7D4556FA9}" dt="2024-02-13T02:23:54.423" v="1253"/>
          <ac:spMkLst>
            <pc:docMk/>
            <pc:sldMk cId="2270087755" sldId="259"/>
            <ac:spMk id="1045" creationId="{08EB89C5-75B0-FD8F-0A6D-F0903AB69AE3}"/>
          </ac:spMkLst>
        </pc:spChg>
        <pc:spChg chg="mod">
          <ac:chgData name="108S-Subash Chandran, Arjun" userId="26ef4b0b-f38b-41da-b76c-37dfac7bdf39" providerId="ADAL" clId="{2138359D-5460-479F-85DF-B2A7D4556FA9}" dt="2024-02-13T02:23:54.423" v="1253"/>
          <ac:spMkLst>
            <pc:docMk/>
            <pc:sldMk cId="2270087755" sldId="259"/>
            <ac:spMk id="1046" creationId="{122D4A6F-F3C4-0390-56F4-B572337EE94D}"/>
          </ac:spMkLst>
        </pc:spChg>
        <pc:spChg chg="mod">
          <ac:chgData name="108S-Subash Chandran, Arjun" userId="26ef4b0b-f38b-41da-b76c-37dfac7bdf39" providerId="ADAL" clId="{2138359D-5460-479F-85DF-B2A7D4556FA9}" dt="2024-02-13T02:23:54.423" v="1253"/>
          <ac:spMkLst>
            <pc:docMk/>
            <pc:sldMk cId="2270087755" sldId="259"/>
            <ac:spMk id="1047" creationId="{E52F9493-B060-F6E8-8EEF-45DB4FBDC026}"/>
          </ac:spMkLst>
        </pc:spChg>
        <pc:spChg chg="add mod ord">
          <ac:chgData name="108S-Subash Chandran, Arjun" userId="26ef4b0b-f38b-41da-b76c-37dfac7bdf39" providerId="ADAL" clId="{2138359D-5460-479F-85DF-B2A7D4556FA9}" dt="2024-02-13T02:28:29.998" v="1418" actId="170"/>
          <ac:spMkLst>
            <pc:docMk/>
            <pc:sldMk cId="2270087755" sldId="259"/>
            <ac:spMk id="1048" creationId="{A24D6FE5-67D5-AB63-E18B-F81F998CC7B5}"/>
          </ac:spMkLst>
        </pc:spChg>
        <pc:spChg chg="add mod ord">
          <ac:chgData name="108S-Subash Chandran, Arjun" userId="26ef4b0b-f38b-41da-b76c-37dfac7bdf39" providerId="ADAL" clId="{2138359D-5460-479F-85DF-B2A7D4556FA9}" dt="2024-02-13T02:28:29.998" v="1418" actId="170"/>
          <ac:spMkLst>
            <pc:docMk/>
            <pc:sldMk cId="2270087755" sldId="259"/>
            <ac:spMk id="1049" creationId="{5EFB89E0-4AB5-A9A4-19E7-C06CA2C9F52A}"/>
          </ac:spMkLst>
        </pc:spChg>
        <pc:grpChg chg="add del mod ord">
          <ac:chgData name="108S-Subash Chandran, Arjun" userId="26ef4b0b-f38b-41da-b76c-37dfac7bdf39" providerId="ADAL" clId="{2138359D-5460-479F-85DF-B2A7D4556FA9}" dt="2024-02-13T02:43:02.599" v="2057" actId="207"/>
          <ac:grpSpMkLst>
            <pc:docMk/>
            <pc:sldMk cId="2270087755" sldId="259"/>
            <ac:grpSpMk id="52" creationId="{24AF42C5-206A-18DD-E129-37618F34EC47}"/>
          </ac:grpSpMkLst>
        </pc:grpChg>
        <pc:grpChg chg="add mod">
          <ac:chgData name="108S-Subash Chandran, Arjun" userId="26ef4b0b-f38b-41da-b76c-37dfac7bdf39" providerId="ADAL" clId="{2138359D-5460-479F-85DF-B2A7D4556FA9}" dt="2024-02-13T02:23:54.423" v="1253"/>
          <ac:grpSpMkLst>
            <pc:docMk/>
            <pc:sldMk cId="2270087755" sldId="259"/>
            <ac:grpSpMk id="55" creationId="{3804EC81-0B36-A7D0-1B5D-D030283A62BA}"/>
          </ac:grpSpMkLst>
        </pc:grpChg>
        <pc:picChg chg="add del mod">
          <ac:chgData name="108S-Subash Chandran, Arjun" userId="26ef4b0b-f38b-41da-b76c-37dfac7bdf39" providerId="ADAL" clId="{2138359D-5460-479F-85DF-B2A7D4556FA9}" dt="2024-02-13T02:21:21.796" v="1247"/>
          <ac:picMkLst>
            <pc:docMk/>
            <pc:sldMk cId="2270087755" sldId="259"/>
            <ac:picMk id="1026" creationId="{0E4FCEE8-F2C5-58F6-1C7C-D49263C93EE8}"/>
          </ac:picMkLst>
        </pc:picChg>
      </pc:sldChg>
      <pc:sldChg chg="addSp delSp modSp new mod modTransition">
        <pc:chgData name="108S-Subash Chandran, Arjun" userId="26ef4b0b-f38b-41da-b76c-37dfac7bdf39" providerId="ADAL" clId="{2138359D-5460-479F-85DF-B2A7D4556FA9}" dt="2024-02-13T02:48:41.330" v="2162"/>
        <pc:sldMkLst>
          <pc:docMk/>
          <pc:sldMk cId="160730739" sldId="260"/>
        </pc:sldMkLst>
        <pc:spChg chg="mod">
          <ac:chgData name="108S-Subash Chandran, Arjun" userId="26ef4b0b-f38b-41da-b76c-37dfac7bdf39" providerId="ADAL" clId="{2138359D-5460-479F-85DF-B2A7D4556FA9}" dt="2024-02-13T02:24:28.474" v="1291" actId="207"/>
          <ac:spMkLst>
            <pc:docMk/>
            <pc:sldMk cId="160730739" sldId="260"/>
            <ac:spMk id="2" creationId="{FD4F45A8-A7E6-400D-D174-82649BFB8C83}"/>
          </ac:spMkLst>
        </pc:spChg>
        <pc:spChg chg="mod ord">
          <ac:chgData name="108S-Subash Chandran, Arjun" userId="26ef4b0b-f38b-41da-b76c-37dfac7bdf39" providerId="ADAL" clId="{2138359D-5460-479F-85DF-B2A7D4556FA9}" dt="2024-02-13T02:36:33.514" v="1759" actId="20577"/>
          <ac:spMkLst>
            <pc:docMk/>
            <pc:sldMk cId="160730739" sldId="260"/>
            <ac:spMk id="3" creationId="{DCEEA46E-70DC-AB91-34DC-F57A6D937025}"/>
          </ac:spMkLst>
        </pc:spChg>
        <pc:spChg chg="mod topLvl">
          <ac:chgData name="108S-Subash Chandran, Arjun" userId="26ef4b0b-f38b-41da-b76c-37dfac7bdf39" providerId="ADAL" clId="{2138359D-5460-479F-85DF-B2A7D4556FA9}" dt="2024-02-13T02:42:53.429" v="2049" actId="207"/>
          <ac:spMkLst>
            <pc:docMk/>
            <pc:sldMk cId="160730739" sldId="260"/>
            <ac:spMk id="5" creationId="{564FCDFD-845E-5E78-0EAA-BEBADDDDDC37}"/>
          </ac:spMkLst>
        </pc:spChg>
        <pc:spChg chg="mod topLvl">
          <ac:chgData name="108S-Subash Chandran, Arjun" userId="26ef4b0b-f38b-41da-b76c-37dfac7bdf39" providerId="ADAL" clId="{2138359D-5460-479F-85DF-B2A7D4556FA9}" dt="2024-02-13T02:42:53.429" v="2049" actId="207"/>
          <ac:spMkLst>
            <pc:docMk/>
            <pc:sldMk cId="160730739" sldId="260"/>
            <ac:spMk id="6" creationId="{CFB612CB-F604-2864-8B74-3E6362DC5580}"/>
          </ac:spMkLst>
        </pc:spChg>
        <pc:spChg chg="mod topLvl">
          <ac:chgData name="108S-Subash Chandran, Arjun" userId="26ef4b0b-f38b-41da-b76c-37dfac7bdf39" providerId="ADAL" clId="{2138359D-5460-479F-85DF-B2A7D4556FA9}" dt="2024-02-13T02:42:53.429" v="2049" actId="207"/>
          <ac:spMkLst>
            <pc:docMk/>
            <pc:sldMk cId="160730739" sldId="260"/>
            <ac:spMk id="7" creationId="{620EA5B5-7CAA-42D1-9E06-30C24EACED16}"/>
          </ac:spMkLst>
        </pc:spChg>
        <pc:spChg chg="mod topLvl">
          <ac:chgData name="108S-Subash Chandran, Arjun" userId="26ef4b0b-f38b-41da-b76c-37dfac7bdf39" providerId="ADAL" clId="{2138359D-5460-479F-85DF-B2A7D4556FA9}" dt="2024-02-13T02:42:53.429" v="2049" actId="207"/>
          <ac:spMkLst>
            <pc:docMk/>
            <pc:sldMk cId="160730739" sldId="260"/>
            <ac:spMk id="8" creationId="{F7DF1C80-77A3-435A-CAF7-C2ED2EDDDC86}"/>
          </ac:spMkLst>
        </pc:spChg>
        <pc:spChg chg="mod topLvl">
          <ac:chgData name="108S-Subash Chandran, Arjun" userId="26ef4b0b-f38b-41da-b76c-37dfac7bdf39" providerId="ADAL" clId="{2138359D-5460-479F-85DF-B2A7D4556FA9}" dt="2024-02-13T02:42:53.429" v="2049" actId="207"/>
          <ac:spMkLst>
            <pc:docMk/>
            <pc:sldMk cId="160730739" sldId="260"/>
            <ac:spMk id="9" creationId="{F9BC7253-8CD6-B220-8510-83B86409575C}"/>
          </ac:spMkLst>
        </pc:spChg>
        <pc:spChg chg="mod topLvl">
          <ac:chgData name="108S-Subash Chandran, Arjun" userId="26ef4b0b-f38b-41da-b76c-37dfac7bdf39" providerId="ADAL" clId="{2138359D-5460-479F-85DF-B2A7D4556FA9}" dt="2024-02-13T02:42:53.429" v="2049" actId="207"/>
          <ac:spMkLst>
            <pc:docMk/>
            <pc:sldMk cId="160730739" sldId="260"/>
            <ac:spMk id="10" creationId="{3429F54A-EC08-ED64-CAFB-61107D0EF1F1}"/>
          </ac:spMkLst>
        </pc:spChg>
        <pc:spChg chg="mod topLvl">
          <ac:chgData name="108S-Subash Chandran, Arjun" userId="26ef4b0b-f38b-41da-b76c-37dfac7bdf39" providerId="ADAL" clId="{2138359D-5460-479F-85DF-B2A7D4556FA9}" dt="2024-02-13T02:42:53.429" v="2049" actId="207"/>
          <ac:spMkLst>
            <pc:docMk/>
            <pc:sldMk cId="160730739" sldId="260"/>
            <ac:spMk id="11" creationId="{05E9C379-18C4-EC7B-49DB-FB3E0218DFBB}"/>
          </ac:spMkLst>
        </pc:spChg>
        <pc:spChg chg="mod topLvl">
          <ac:chgData name="108S-Subash Chandran, Arjun" userId="26ef4b0b-f38b-41da-b76c-37dfac7bdf39" providerId="ADAL" clId="{2138359D-5460-479F-85DF-B2A7D4556FA9}" dt="2024-02-13T02:42:53.429" v="2049" actId="207"/>
          <ac:spMkLst>
            <pc:docMk/>
            <pc:sldMk cId="160730739" sldId="260"/>
            <ac:spMk id="12" creationId="{B784D4BD-5429-DA6A-BB3D-9A96B5CF8762}"/>
          </ac:spMkLst>
        </pc:spChg>
        <pc:spChg chg="mod topLvl">
          <ac:chgData name="108S-Subash Chandran, Arjun" userId="26ef4b0b-f38b-41da-b76c-37dfac7bdf39" providerId="ADAL" clId="{2138359D-5460-479F-85DF-B2A7D4556FA9}" dt="2024-02-13T02:42:53.429" v="2049" actId="207"/>
          <ac:spMkLst>
            <pc:docMk/>
            <pc:sldMk cId="160730739" sldId="260"/>
            <ac:spMk id="13" creationId="{674796F2-97AD-916D-9951-AA3FD06288A9}"/>
          </ac:spMkLst>
        </pc:spChg>
        <pc:spChg chg="mod topLvl">
          <ac:chgData name="108S-Subash Chandran, Arjun" userId="26ef4b0b-f38b-41da-b76c-37dfac7bdf39" providerId="ADAL" clId="{2138359D-5460-479F-85DF-B2A7D4556FA9}" dt="2024-02-13T02:42:53.429" v="2049" actId="207"/>
          <ac:spMkLst>
            <pc:docMk/>
            <pc:sldMk cId="160730739" sldId="260"/>
            <ac:spMk id="14" creationId="{9FF96EFA-21FD-A7AD-CA66-D62EF74E27E2}"/>
          </ac:spMkLst>
        </pc:spChg>
        <pc:spChg chg="mod topLvl">
          <ac:chgData name="108S-Subash Chandran, Arjun" userId="26ef4b0b-f38b-41da-b76c-37dfac7bdf39" providerId="ADAL" clId="{2138359D-5460-479F-85DF-B2A7D4556FA9}" dt="2024-02-13T02:42:53.429" v="2049" actId="207"/>
          <ac:spMkLst>
            <pc:docMk/>
            <pc:sldMk cId="160730739" sldId="260"/>
            <ac:spMk id="15" creationId="{24EA6785-0538-8B1A-D327-1E03D0777171}"/>
          </ac:spMkLst>
        </pc:spChg>
        <pc:spChg chg="mod topLvl">
          <ac:chgData name="108S-Subash Chandran, Arjun" userId="26ef4b0b-f38b-41da-b76c-37dfac7bdf39" providerId="ADAL" clId="{2138359D-5460-479F-85DF-B2A7D4556FA9}" dt="2024-02-13T02:42:53.429" v="2049" actId="207"/>
          <ac:spMkLst>
            <pc:docMk/>
            <pc:sldMk cId="160730739" sldId="260"/>
            <ac:spMk id="16" creationId="{78507D63-81E6-F7C9-7DEE-05D3AF775431}"/>
          </ac:spMkLst>
        </pc:spChg>
        <pc:spChg chg="mod topLvl">
          <ac:chgData name="108S-Subash Chandran, Arjun" userId="26ef4b0b-f38b-41da-b76c-37dfac7bdf39" providerId="ADAL" clId="{2138359D-5460-479F-85DF-B2A7D4556FA9}" dt="2024-02-13T02:42:53.429" v="2049" actId="207"/>
          <ac:spMkLst>
            <pc:docMk/>
            <pc:sldMk cId="160730739" sldId="260"/>
            <ac:spMk id="17" creationId="{E6DE011A-D5B4-3CFE-C94C-848AD9EA9091}"/>
          </ac:spMkLst>
        </pc:spChg>
        <pc:spChg chg="mod topLvl">
          <ac:chgData name="108S-Subash Chandran, Arjun" userId="26ef4b0b-f38b-41da-b76c-37dfac7bdf39" providerId="ADAL" clId="{2138359D-5460-479F-85DF-B2A7D4556FA9}" dt="2024-02-13T02:42:53.429" v="2049" actId="207"/>
          <ac:spMkLst>
            <pc:docMk/>
            <pc:sldMk cId="160730739" sldId="260"/>
            <ac:spMk id="18" creationId="{8A51CB24-D5F2-2A19-F88A-FF32076BDB30}"/>
          </ac:spMkLst>
        </pc:spChg>
        <pc:spChg chg="mod topLvl">
          <ac:chgData name="108S-Subash Chandran, Arjun" userId="26ef4b0b-f38b-41da-b76c-37dfac7bdf39" providerId="ADAL" clId="{2138359D-5460-479F-85DF-B2A7D4556FA9}" dt="2024-02-13T02:42:53.429" v="2049" actId="207"/>
          <ac:spMkLst>
            <pc:docMk/>
            <pc:sldMk cId="160730739" sldId="260"/>
            <ac:spMk id="19" creationId="{D815B7D2-056A-6277-1441-C66B4F668285}"/>
          </ac:spMkLst>
        </pc:spChg>
        <pc:spChg chg="mod topLvl">
          <ac:chgData name="108S-Subash Chandran, Arjun" userId="26ef4b0b-f38b-41da-b76c-37dfac7bdf39" providerId="ADAL" clId="{2138359D-5460-479F-85DF-B2A7D4556FA9}" dt="2024-02-13T02:42:53.429" v="2049" actId="207"/>
          <ac:spMkLst>
            <pc:docMk/>
            <pc:sldMk cId="160730739" sldId="260"/>
            <ac:spMk id="20" creationId="{3C293587-5B0F-1403-CA4F-F84046791D49}"/>
          </ac:spMkLst>
        </pc:spChg>
        <pc:spChg chg="mod topLvl">
          <ac:chgData name="108S-Subash Chandran, Arjun" userId="26ef4b0b-f38b-41da-b76c-37dfac7bdf39" providerId="ADAL" clId="{2138359D-5460-479F-85DF-B2A7D4556FA9}" dt="2024-02-13T02:42:53.429" v="2049" actId="207"/>
          <ac:spMkLst>
            <pc:docMk/>
            <pc:sldMk cId="160730739" sldId="260"/>
            <ac:spMk id="21" creationId="{785AA909-EC74-F2E3-E7C3-91585DEF5E59}"/>
          </ac:spMkLst>
        </pc:spChg>
        <pc:spChg chg="mod topLvl">
          <ac:chgData name="108S-Subash Chandran, Arjun" userId="26ef4b0b-f38b-41da-b76c-37dfac7bdf39" providerId="ADAL" clId="{2138359D-5460-479F-85DF-B2A7D4556FA9}" dt="2024-02-13T02:42:53.429" v="2049" actId="207"/>
          <ac:spMkLst>
            <pc:docMk/>
            <pc:sldMk cId="160730739" sldId="260"/>
            <ac:spMk id="22" creationId="{3C555C40-2D73-0BB7-ED38-BC01C745ECB7}"/>
          </ac:spMkLst>
        </pc:spChg>
        <pc:spChg chg="mod topLvl">
          <ac:chgData name="108S-Subash Chandran, Arjun" userId="26ef4b0b-f38b-41da-b76c-37dfac7bdf39" providerId="ADAL" clId="{2138359D-5460-479F-85DF-B2A7D4556FA9}" dt="2024-02-13T02:42:53.429" v="2049" actId="207"/>
          <ac:spMkLst>
            <pc:docMk/>
            <pc:sldMk cId="160730739" sldId="260"/>
            <ac:spMk id="23" creationId="{72FFD1A1-B606-23D4-DEFC-258DCE4217E3}"/>
          </ac:spMkLst>
        </pc:spChg>
        <pc:spChg chg="mod topLvl">
          <ac:chgData name="108S-Subash Chandran, Arjun" userId="26ef4b0b-f38b-41da-b76c-37dfac7bdf39" providerId="ADAL" clId="{2138359D-5460-479F-85DF-B2A7D4556FA9}" dt="2024-02-13T02:42:53.429" v="2049" actId="207"/>
          <ac:spMkLst>
            <pc:docMk/>
            <pc:sldMk cId="160730739" sldId="260"/>
            <ac:spMk id="24" creationId="{42208932-4C61-6E61-137D-C3979C3E5F73}"/>
          </ac:spMkLst>
        </pc:spChg>
        <pc:spChg chg="mod topLvl">
          <ac:chgData name="108S-Subash Chandran, Arjun" userId="26ef4b0b-f38b-41da-b76c-37dfac7bdf39" providerId="ADAL" clId="{2138359D-5460-479F-85DF-B2A7D4556FA9}" dt="2024-02-13T02:42:53.429" v="2049" actId="207"/>
          <ac:spMkLst>
            <pc:docMk/>
            <pc:sldMk cId="160730739" sldId="260"/>
            <ac:spMk id="25" creationId="{D6B63378-29B9-8F98-1C6A-E14925CACE40}"/>
          </ac:spMkLst>
        </pc:spChg>
        <pc:spChg chg="mod topLvl">
          <ac:chgData name="108S-Subash Chandran, Arjun" userId="26ef4b0b-f38b-41da-b76c-37dfac7bdf39" providerId="ADAL" clId="{2138359D-5460-479F-85DF-B2A7D4556FA9}" dt="2024-02-13T02:42:53.429" v="2049" actId="207"/>
          <ac:spMkLst>
            <pc:docMk/>
            <pc:sldMk cId="160730739" sldId="260"/>
            <ac:spMk id="26" creationId="{80DB6056-595C-2003-6EBE-C1A37FF5FA2C}"/>
          </ac:spMkLst>
        </pc:spChg>
        <pc:spChg chg="mod ord topLvl">
          <ac:chgData name="108S-Subash Chandran, Arjun" userId="26ef4b0b-f38b-41da-b76c-37dfac7bdf39" providerId="ADAL" clId="{2138359D-5460-479F-85DF-B2A7D4556FA9}" dt="2024-02-13T02:42:53.429" v="2049" actId="207"/>
          <ac:spMkLst>
            <pc:docMk/>
            <pc:sldMk cId="160730739" sldId="260"/>
            <ac:spMk id="27" creationId="{09302F73-B577-829D-8D94-0BB4BCDF45BB}"/>
          </ac:spMkLst>
        </pc:spChg>
        <pc:spChg chg="mod topLvl">
          <ac:chgData name="108S-Subash Chandran, Arjun" userId="26ef4b0b-f38b-41da-b76c-37dfac7bdf39" providerId="ADAL" clId="{2138359D-5460-479F-85DF-B2A7D4556FA9}" dt="2024-02-13T02:42:53.429" v="2049" actId="207"/>
          <ac:spMkLst>
            <pc:docMk/>
            <pc:sldMk cId="160730739" sldId="260"/>
            <ac:spMk id="28" creationId="{42C54968-3CB3-E27A-6E7E-56BD55B9AD28}"/>
          </ac:spMkLst>
        </pc:spChg>
        <pc:spChg chg="mod topLvl">
          <ac:chgData name="108S-Subash Chandran, Arjun" userId="26ef4b0b-f38b-41da-b76c-37dfac7bdf39" providerId="ADAL" clId="{2138359D-5460-479F-85DF-B2A7D4556FA9}" dt="2024-02-13T02:42:53.429" v="2049" actId="207"/>
          <ac:spMkLst>
            <pc:docMk/>
            <pc:sldMk cId="160730739" sldId="260"/>
            <ac:spMk id="29" creationId="{99938C0F-CD86-68F7-965A-1F70B5F6561A}"/>
          </ac:spMkLst>
        </pc:spChg>
        <pc:spChg chg="mod topLvl">
          <ac:chgData name="108S-Subash Chandran, Arjun" userId="26ef4b0b-f38b-41da-b76c-37dfac7bdf39" providerId="ADAL" clId="{2138359D-5460-479F-85DF-B2A7D4556FA9}" dt="2024-02-13T02:42:53.429" v="2049" actId="207"/>
          <ac:spMkLst>
            <pc:docMk/>
            <pc:sldMk cId="160730739" sldId="260"/>
            <ac:spMk id="30" creationId="{8800357C-4691-40C6-EAE0-DA48178A7A12}"/>
          </ac:spMkLst>
        </pc:spChg>
        <pc:spChg chg="mod topLvl">
          <ac:chgData name="108S-Subash Chandran, Arjun" userId="26ef4b0b-f38b-41da-b76c-37dfac7bdf39" providerId="ADAL" clId="{2138359D-5460-479F-85DF-B2A7D4556FA9}" dt="2024-02-13T02:42:53.429" v="2049" actId="207"/>
          <ac:spMkLst>
            <pc:docMk/>
            <pc:sldMk cId="160730739" sldId="260"/>
            <ac:spMk id="31" creationId="{883C2D59-A925-8057-75D4-9CA477372067}"/>
          </ac:spMkLst>
        </pc:spChg>
        <pc:spChg chg="mod topLvl">
          <ac:chgData name="108S-Subash Chandran, Arjun" userId="26ef4b0b-f38b-41da-b76c-37dfac7bdf39" providerId="ADAL" clId="{2138359D-5460-479F-85DF-B2A7D4556FA9}" dt="2024-02-13T02:42:53.429" v="2049" actId="207"/>
          <ac:spMkLst>
            <pc:docMk/>
            <pc:sldMk cId="160730739" sldId="260"/>
            <ac:spMk id="32" creationId="{0E169C70-94EA-60A9-4660-85275BED1103}"/>
          </ac:spMkLst>
        </pc:spChg>
        <pc:spChg chg="mod topLvl">
          <ac:chgData name="108S-Subash Chandran, Arjun" userId="26ef4b0b-f38b-41da-b76c-37dfac7bdf39" providerId="ADAL" clId="{2138359D-5460-479F-85DF-B2A7D4556FA9}" dt="2024-02-13T02:42:53.429" v="2049" actId="207"/>
          <ac:spMkLst>
            <pc:docMk/>
            <pc:sldMk cId="160730739" sldId="260"/>
            <ac:spMk id="33" creationId="{8512581F-07DA-CECB-0B2D-62CDFAECD675}"/>
          </ac:spMkLst>
        </pc:spChg>
        <pc:spChg chg="mod topLvl">
          <ac:chgData name="108S-Subash Chandran, Arjun" userId="26ef4b0b-f38b-41da-b76c-37dfac7bdf39" providerId="ADAL" clId="{2138359D-5460-479F-85DF-B2A7D4556FA9}" dt="2024-02-13T02:42:53.429" v="2049" actId="207"/>
          <ac:spMkLst>
            <pc:docMk/>
            <pc:sldMk cId="160730739" sldId="260"/>
            <ac:spMk id="34" creationId="{F0B64689-F63D-5E43-1EB2-F151E41057E8}"/>
          </ac:spMkLst>
        </pc:spChg>
        <pc:spChg chg="mod topLvl">
          <ac:chgData name="108S-Subash Chandran, Arjun" userId="26ef4b0b-f38b-41da-b76c-37dfac7bdf39" providerId="ADAL" clId="{2138359D-5460-479F-85DF-B2A7D4556FA9}" dt="2024-02-13T02:42:53.429" v="2049" actId="207"/>
          <ac:spMkLst>
            <pc:docMk/>
            <pc:sldMk cId="160730739" sldId="260"/>
            <ac:spMk id="35" creationId="{92A409EB-11C5-BF5B-5494-F2B4729F9A45}"/>
          </ac:spMkLst>
        </pc:spChg>
        <pc:spChg chg="add mod ord">
          <ac:chgData name="108S-Subash Chandran, Arjun" userId="26ef4b0b-f38b-41da-b76c-37dfac7bdf39" providerId="ADAL" clId="{2138359D-5460-479F-85DF-B2A7D4556FA9}" dt="2024-02-13T02:42:53.429" v="2049" actId="207"/>
          <ac:spMkLst>
            <pc:docMk/>
            <pc:sldMk cId="160730739" sldId="260"/>
            <ac:spMk id="38" creationId="{44E3A1D2-30D3-AA2B-BD55-3446DA0387AA}"/>
          </ac:spMkLst>
        </pc:spChg>
        <pc:spChg chg="add mod ord">
          <ac:chgData name="108S-Subash Chandran, Arjun" userId="26ef4b0b-f38b-41da-b76c-37dfac7bdf39" providerId="ADAL" clId="{2138359D-5460-479F-85DF-B2A7D4556FA9}" dt="2024-02-13T02:42:53.429" v="2049" actId="207"/>
          <ac:spMkLst>
            <pc:docMk/>
            <pc:sldMk cId="160730739" sldId="260"/>
            <ac:spMk id="39" creationId="{B3B363A1-AC04-9AA6-155F-9C84D0A1B218}"/>
          </ac:spMkLst>
        </pc:spChg>
        <pc:spChg chg="add mod ord">
          <ac:chgData name="108S-Subash Chandran, Arjun" userId="26ef4b0b-f38b-41da-b76c-37dfac7bdf39" providerId="ADAL" clId="{2138359D-5460-479F-85DF-B2A7D4556FA9}" dt="2024-02-13T02:30:04.715" v="1426" actId="170"/>
          <ac:spMkLst>
            <pc:docMk/>
            <pc:sldMk cId="160730739" sldId="260"/>
            <ac:spMk id="41" creationId="{EF04A5DB-CEF4-0A3C-CFAE-8B3423DB5C2B}"/>
          </ac:spMkLst>
        </pc:spChg>
        <pc:spChg chg="add mod ord">
          <ac:chgData name="108S-Subash Chandran, Arjun" userId="26ef4b0b-f38b-41da-b76c-37dfac7bdf39" providerId="ADAL" clId="{2138359D-5460-479F-85DF-B2A7D4556FA9}" dt="2024-02-13T02:30:04.715" v="1426" actId="170"/>
          <ac:spMkLst>
            <pc:docMk/>
            <pc:sldMk cId="160730739" sldId="260"/>
            <ac:spMk id="42" creationId="{49357979-1CFB-F6D1-5724-B5E5567072D2}"/>
          </ac:spMkLst>
        </pc:spChg>
        <pc:grpChg chg="add del mod ord">
          <ac:chgData name="108S-Subash Chandran, Arjun" userId="26ef4b0b-f38b-41da-b76c-37dfac7bdf39" providerId="ADAL" clId="{2138359D-5460-479F-85DF-B2A7D4556FA9}" dt="2024-02-13T02:24:47.452" v="1295" actId="165"/>
          <ac:grpSpMkLst>
            <pc:docMk/>
            <pc:sldMk cId="160730739" sldId="260"/>
            <ac:grpSpMk id="4" creationId="{182D1CAC-101C-03C2-0D35-6840D584C679}"/>
          </ac:grpSpMkLst>
        </pc:grpChg>
        <pc:grpChg chg="add mod ord">
          <ac:chgData name="108S-Subash Chandran, Arjun" userId="26ef4b0b-f38b-41da-b76c-37dfac7bdf39" providerId="ADAL" clId="{2138359D-5460-479F-85DF-B2A7D4556FA9}" dt="2024-02-13T02:42:53.429" v="2049" actId="207"/>
          <ac:grpSpMkLst>
            <pc:docMk/>
            <pc:sldMk cId="160730739" sldId="260"/>
            <ac:grpSpMk id="40" creationId="{2EC9829F-B074-B9C6-EBB6-99858CFE065B}"/>
          </ac:grpSpMkLst>
        </pc:grpChg>
        <pc:picChg chg="add del mod">
          <ac:chgData name="108S-Subash Chandran, Arjun" userId="26ef4b0b-f38b-41da-b76c-37dfac7bdf39" providerId="ADAL" clId="{2138359D-5460-479F-85DF-B2A7D4556FA9}" dt="2024-02-13T02:24:42.722" v="1294" actId="478"/>
          <ac:picMkLst>
            <pc:docMk/>
            <pc:sldMk cId="160730739" sldId="260"/>
            <ac:picMk id="37" creationId="{236DFA35-4EED-7599-5D71-453F4C17F824}"/>
          </ac:picMkLst>
        </pc:picChg>
        <pc:picChg chg="add mod">
          <ac:chgData name="108S-Subash Chandran, Arjun" userId="26ef4b0b-f38b-41da-b76c-37dfac7bdf39" providerId="ADAL" clId="{2138359D-5460-479F-85DF-B2A7D4556FA9}" dt="2024-02-13T02:42:13.147" v="1863" actId="207"/>
          <ac:picMkLst>
            <pc:docMk/>
            <pc:sldMk cId="160730739" sldId="260"/>
            <ac:picMk id="2050" creationId="{28D2D1B6-0F38-EACB-F4B5-B9ECB07B2250}"/>
          </ac:picMkLst>
        </pc:picChg>
      </pc:sldChg>
      <pc:sldChg chg="addSp delSp modSp add mod modTransition">
        <pc:chgData name="108S-Subash Chandran, Arjun" userId="26ef4b0b-f38b-41da-b76c-37dfac7bdf39" providerId="ADAL" clId="{2138359D-5460-479F-85DF-B2A7D4556FA9}" dt="2024-02-13T02:48:41.330" v="2162"/>
        <pc:sldMkLst>
          <pc:docMk/>
          <pc:sldMk cId="21582942" sldId="261"/>
        </pc:sldMkLst>
        <pc:spChg chg="mod">
          <ac:chgData name="108S-Subash Chandran, Arjun" userId="26ef4b0b-f38b-41da-b76c-37dfac7bdf39" providerId="ADAL" clId="{2138359D-5460-479F-85DF-B2A7D4556FA9}" dt="2024-02-13T02:43:43.170" v="2086" actId="20577"/>
          <ac:spMkLst>
            <pc:docMk/>
            <pc:sldMk cId="21582942" sldId="261"/>
            <ac:spMk id="2" creationId="{1DE71A08-4523-F4D0-31E2-078C98F1C84A}"/>
          </ac:spMkLst>
        </pc:spChg>
        <pc:spChg chg="mod">
          <ac:chgData name="108S-Subash Chandran, Arjun" userId="26ef4b0b-f38b-41da-b76c-37dfac7bdf39" providerId="ADAL" clId="{2138359D-5460-479F-85DF-B2A7D4556FA9}" dt="2024-02-13T02:43:49.204" v="2094" actId="5793"/>
          <ac:spMkLst>
            <pc:docMk/>
            <pc:sldMk cId="21582942" sldId="261"/>
            <ac:spMk id="3" creationId="{054C624B-C9D0-F7C1-3187-3AC5F29FC17B}"/>
          </ac:spMkLst>
        </pc:spChg>
        <pc:grpChg chg="add mod">
          <ac:chgData name="108S-Subash Chandran, Arjun" userId="26ef4b0b-f38b-41da-b76c-37dfac7bdf39" providerId="ADAL" clId="{2138359D-5460-479F-85DF-B2A7D4556FA9}" dt="2024-02-13T02:47:22.896" v="2148" actId="14100"/>
          <ac:grpSpMkLst>
            <pc:docMk/>
            <pc:sldMk cId="21582942" sldId="261"/>
            <ac:grpSpMk id="62" creationId="{60BDB17C-4CA6-3CF1-0B22-068A48F9026D}"/>
          </ac:grpSpMkLst>
        </pc:grpChg>
        <pc:picChg chg="add mod">
          <ac:chgData name="108S-Subash Chandran, Arjun" userId="26ef4b0b-f38b-41da-b76c-37dfac7bdf39" providerId="ADAL" clId="{2138359D-5460-479F-85DF-B2A7D4556FA9}" dt="2024-02-13T02:47:22.896" v="2148" actId="14100"/>
          <ac:picMkLst>
            <pc:docMk/>
            <pc:sldMk cId="21582942" sldId="261"/>
            <ac:picMk id="4" creationId="{6776E0A6-68E7-04E2-CDD5-CC8A6C09E087}"/>
          </ac:picMkLst>
        </pc:picChg>
        <pc:picChg chg="add mod">
          <ac:chgData name="108S-Subash Chandran, Arjun" userId="26ef4b0b-f38b-41da-b76c-37dfac7bdf39" providerId="ADAL" clId="{2138359D-5460-479F-85DF-B2A7D4556FA9}" dt="2024-02-13T02:47:22.896" v="2148" actId="14100"/>
          <ac:picMkLst>
            <pc:docMk/>
            <pc:sldMk cId="21582942" sldId="261"/>
            <ac:picMk id="36" creationId="{10EF9388-EF1E-AE2E-9562-C6FCECF81842}"/>
          </ac:picMkLst>
        </pc:picChg>
        <pc:picChg chg="add mod">
          <ac:chgData name="108S-Subash Chandran, Arjun" userId="26ef4b0b-f38b-41da-b76c-37dfac7bdf39" providerId="ADAL" clId="{2138359D-5460-479F-85DF-B2A7D4556FA9}" dt="2024-02-13T02:47:22.896" v="2148" actId="14100"/>
          <ac:picMkLst>
            <pc:docMk/>
            <pc:sldMk cId="21582942" sldId="261"/>
            <ac:picMk id="37" creationId="{1CF89D29-7107-59A4-13E7-7FB950A88BC3}"/>
          </ac:picMkLst>
        </pc:picChg>
        <pc:picChg chg="add mod">
          <ac:chgData name="108S-Subash Chandran, Arjun" userId="26ef4b0b-f38b-41da-b76c-37dfac7bdf39" providerId="ADAL" clId="{2138359D-5460-479F-85DF-B2A7D4556FA9}" dt="2024-02-13T02:47:22.896" v="2148" actId="14100"/>
          <ac:picMkLst>
            <pc:docMk/>
            <pc:sldMk cId="21582942" sldId="261"/>
            <ac:picMk id="43" creationId="{64A4F6AD-7389-26BE-F3FD-331A63BF8B13}"/>
          </ac:picMkLst>
        </pc:picChg>
        <pc:picChg chg="add mod">
          <ac:chgData name="108S-Subash Chandran, Arjun" userId="26ef4b0b-f38b-41da-b76c-37dfac7bdf39" providerId="ADAL" clId="{2138359D-5460-479F-85DF-B2A7D4556FA9}" dt="2024-02-13T02:47:22.896" v="2148" actId="14100"/>
          <ac:picMkLst>
            <pc:docMk/>
            <pc:sldMk cId="21582942" sldId="261"/>
            <ac:picMk id="44" creationId="{0AE04FC0-8C56-4AFF-0654-DC5E16996878}"/>
          </ac:picMkLst>
        </pc:picChg>
        <pc:picChg chg="add mod">
          <ac:chgData name="108S-Subash Chandran, Arjun" userId="26ef4b0b-f38b-41da-b76c-37dfac7bdf39" providerId="ADAL" clId="{2138359D-5460-479F-85DF-B2A7D4556FA9}" dt="2024-02-13T02:47:22.896" v="2148" actId="14100"/>
          <ac:picMkLst>
            <pc:docMk/>
            <pc:sldMk cId="21582942" sldId="261"/>
            <ac:picMk id="45" creationId="{2A00F1F8-88E9-ADA3-89AB-3118DFFBCDDD}"/>
          </ac:picMkLst>
        </pc:picChg>
        <pc:picChg chg="add mod">
          <ac:chgData name="108S-Subash Chandran, Arjun" userId="26ef4b0b-f38b-41da-b76c-37dfac7bdf39" providerId="ADAL" clId="{2138359D-5460-479F-85DF-B2A7D4556FA9}" dt="2024-02-13T02:47:22.896" v="2148" actId="14100"/>
          <ac:picMkLst>
            <pc:docMk/>
            <pc:sldMk cId="21582942" sldId="261"/>
            <ac:picMk id="46" creationId="{6C5B0EC9-D8BE-AB21-56AD-03D78C1CA3F0}"/>
          </ac:picMkLst>
        </pc:picChg>
        <pc:picChg chg="add mod">
          <ac:chgData name="108S-Subash Chandran, Arjun" userId="26ef4b0b-f38b-41da-b76c-37dfac7bdf39" providerId="ADAL" clId="{2138359D-5460-479F-85DF-B2A7D4556FA9}" dt="2024-02-13T02:47:22.896" v="2148" actId="14100"/>
          <ac:picMkLst>
            <pc:docMk/>
            <pc:sldMk cId="21582942" sldId="261"/>
            <ac:picMk id="47" creationId="{2632A421-15A1-DD34-3D76-3ED788E09480}"/>
          </ac:picMkLst>
        </pc:picChg>
        <pc:picChg chg="add mod">
          <ac:chgData name="108S-Subash Chandran, Arjun" userId="26ef4b0b-f38b-41da-b76c-37dfac7bdf39" providerId="ADAL" clId="{2138359D-5460-479F-85DF-B2A7D4556FA9}" dt="2024-02-13T02:47:22.896" v="2148" actId="14100"/>
          <ac:picMkLst>
            <pc:docMk/>
            <pc:sldMk cId="21582942" sldId="261"/>
            <ac:picMk id="48" creationId="{FA023261-53F5-D528-B249-AA9A644A3FA5}"/>
          </ac:picMkLst>
        </pc:picChg>
        <pc:picChg chg="add mod">
          <ac:chgData name="108S-Subash Chandran, Arjun" userId="26ef4b0b-f38b-41da-b76c-37dfac7bdf39" providerId="ADAL" clId="{2138359D-5460-479F-85DF-B2A7D4556FA9}" dt="2024-02-13T02:47:22.896" v="2148" actId="14100"/>
          <ac:picMkLst>
            <pc:docMk/>
            <pc:sldMk cId="21582942" sldId="261"/>
            <ac:picMk id="49" creationId="{AF2FC91F-EB2C-6CB1-B5E8-80E3650E9D16}"/>
          </ac:picMkLst>
        </pc:picChg>
        <pc:picChg chg="add mod">
          <ac:chgData name="108S-Subash Chandran, Arjun" userId="26ef4b0b-f38b-41da-b76c-37dfac7bdf39" providerId="ADAL" clId="{2138359D-5460-479F-85DF-B2A7D4556FA9}" dt="2024-02-13T02:46:14.181" v="2110"/>
          <ac:picMkLst>
            <pc:docMk/>
            <pc:sldMk cId="21582942" sldId="261"/>
            <ac:picMk id="50" creationId="{B742ECC7-3D99-FA3A-A4DA-DC90886A75EE}"/>
          </ac:picMkLst>
        </pc:picChg>
        <pc:picChg chg="add mod">
          <ac:chgData name="108S-Subash Chandran, Arjun" userId="26ef4b0b-f38b-41da-b76c-37dfac7bdf39" providerId="ADAL" clId="{2138359D-5460-479F-85DF-B2A7D4556FA9}" dt="2024-02-13T02:46:14.187" v="2111"/>
          <ac:picMkLst>
            <pc:docMk/>
            <pc:sldMk cId="21582942" sldId="261"/>
            <ac:picMk id="51" creationId="{3430BD32-12D5-D7A6-8EA5-28C6AFA837EC}"/>
          </ac:picMkLst>
        </pc:picChg>
        <pc:picChg chg="add mod">
          <ac:chgData name="108S-Subash Chandran, Arjun" userId="26ef4b0b-f38b-41da-b76c-37dfac7bdf39" providerId="ADAL" clId="{2138359D-5460-479F-85DF-B2A7D4556FA9}" dt="2024-02-13T02:46:14.193" v="2112"/>
          <ac:picMkLst>
            <pc:docMk/>
            <pc:sldMk cId="21582942" sldId="261"/>
            <ac:picMk id="52" creationId="{0E9C10A2-0742-396B-648C-D1924170E18C}"/>
          </ac:picMkLst>
        </pc:picChg>
        <pc:picChg chg="add mod">
          <ac:chgData name="108S-Subash Chandran, Arjun" userId="26ef4b0b-f38b-41da-b76c-37dfac7bdf39" providerId="ADAL" clId="{2138359D-5460-479F-85DF-B2A7D4556FA9}" dt="2024-02-13T02:46:14.201" v="2113"/>
          <ac:picMkLst>
            <pc:docMk/>
            <pc:sldMk cId="21582942" sldId="261"/>
            <ac:picMk id="53" creationId="{42D373B2-E240-B2AE-9A76-D0AA7868CAAB}"/>
          </ac:picMkLst>
        </pc:picChg>
        <pc:picChg chg="add mod">
          <ac:chgData name="108S-Subash Chandran, Arjun" userId="26ef4b0b-f38b-41da-b76c-37dfac7bdf39" providerId="ADAL" clId="{2138359D-5460-479F-85DF-B2A7D4556FA9}" dt="2024-02-13T02:46:14.220" v="2114"/>
          <ac:picMkLst>
            <pc:docMk/>
            <pc:sldMk cId="21582942" sldId="261"/>
            <ac:picMk id="54" creationId="{6A621951-DA6B-9B55-B768-D27AF3867B21}"/>
          </ac:picMkLst>
        </pc:picChg>
        <pc:picChg chg="add mod">
          <ac:chgData name="108S-Subash Chandran, Arjun" userId="26ef4b0b-f38b-41da-b76c-37dfac7bdf39" providerId="ADAL" clId="{2138359D-5460-479F-85DF-B2A7D4556FA9}" dt="2024-02-13T02:46:14.322" v="2115"/>
          <ac:picMkLst>
            <pc:docMk/>
            <pc:sldMk cId="21582942" sldId="261"/>
            <ac:picMk id="55" creationId="{2AC0F2CE-4675-A465-4DEC-818C16843679}"/>
          </ac:picMkLst>
        </pc:picChg>
        <pc:picChg chg="add mod">
          <ac:chgData name="108S-Subash Chandran, Arjun" userId="26ef4b0b-f38b-41da-b76c-37dfac7bdf39" providerId="ADAL" clId="{2138359D-5460-479F-85DF-B2A7D4556FA9}" dt="2024-02-13T02:46:14.328" v="2116"/>
          <ac:picMkLst>
            <pc:docMk/>
            <pc:sldMk cId="21582942" sldId="261"/>
            <ac:picMk id="56" creationId="{CA7A8334-9D6D-07C7-82B3-E1E5A55DF144}"/>
          </ac:picMkLst>
        </pc:picChg>
        <pc:picChg chg="add mod">
          <ac:chgData name="108S-Subash Chandran, Arjun" userId="26ef4b0b-f38b-41da-b76c-37dfac7bdf39" providerId="ADAL" clId="{2138359D-5460-479F-85DF-B2A7D4556FA9}" dt="2024-02-13T02:46:14.334" v="2117"/>
          <ac:picMkLst>
            <pc:docMk/>
            <pc:sldMk cId="21582942" sldId="261"/>
            <ac:picMk id="57" creationId="{C40ACF8C-844F-F14B-3B7C-56DCB5BA73EF}"/>
          </ac:picMkLst>
        </pc:picChg>
        <pc:picChg chg="add mod">
          <ac:chgData name="108S-Subash Chandran, Arjun" userId="26ef4b0b-f38b-41da-b76c-37dfac7bdf39" providerId="ADAL" clId="{2138359D-5460-479F-85DF-B2A7D4556FA9}" dt="2024-02-13T02:46:14.340" v="2118"/>
          <ac:picMkLst>
            <pc:docMk/>
            <pc:sldMk cId="21582942" sldId="261"/>
            <ac:picMk id="58" creationId="{20DBC1A4-63A3-D2FC-C0F1-D9B1B4756242}"/>
          </ac:picMkLst>
        </pc:picChg>
        <pc:picChg chg="add mod">
          <ac:chgData name="108S-Subash Chandran, Arjun" userId="26ef4b0b-f38b-41da-b76c-37dfac7bdf39" providerId="ADAL" clId="{2138359D-5460-479F-85DF-B2A7D4556FA9}" dt="2024-02-13T02:46:14.442" v="2119"/>
          <ac:picMkLst>
            <pc:docMk/>
            <pc:sldMk cId="21582942" sldId="261"/>
            <ac:picMk id="59" creationId="{BFBAE556-BB86-B4A6-7C23-285F124EA394}"/>
          </ac:picMkLst>
        </pc:picChg>
        <pc:picChg chg="add mod">
          <ac:chgData name="108S-Subash Chandran, Arjun" userId="26ef4b0b-f38b-41da-b76c-37dfac7bdf39" providerId="ADAL" clId="{2138359D-5460-479F-85DF-B2A7D4556FA9}" dt="2024-02-13T02:46:14.449" v="2120"/>
          <ac:picMkLst>
            <pc:docMk/>
            <pc:sldMk cId="21582942" sldId="261"/>
            <ac:picMk id="60" creationId="{D0CD1782-24EB-07F6-83C7-BD901335CF27}"/>
          </ac:picMkLst>
        </pc:picChg>
        <pc:picChg chg="add mod">
          <ac:chgData name="108S-Subash Chandran, Arjun" userId="26ef4b0b-f38b-41da-b76c-37dfac7bdf39" providerId="ADAL" clId="{2138359D-5460-479F-85DF-B2A7D4556FA9}" dt="2024-02-13T02:46:16.652" v="2123" actId="1076"/>
          <ac:picMkLst>
            <pc:docMk/>
            <pc:sldMk cId="21582942" sldId="261"/>
            <ac:picMk id="61" creationId="{93ACCAE7-F871-1A45-0266-FEB66897C45D}"/>
          </ac:picMkLst>
        </pc:picChg>
        <pc:picChg chg="del">
          <ac:chgData name="108S-Subash Chandran, Arjun" userId="26ef4b0b-f38b-41da-b76c-37dfac7bdf39" providerId="ADAL" clId="{2138359D-5460-479F-85DF-B2A7D4556FA9}" dt="2024-02-13T02:43:31.801" v="2059" actId="478"/>
          <ac:picMkLst>
            <pc:docMk/>
            <pc:sldMk cId="21582942" sldId="261"/>
            <ac:picMk id="2050" creationId="{3F84B03D-ABF6-34B8-B14C-35A6F6735084}"/>
          </ac:picMkLst>
        </pc:picChg>
        <pc:picChg chg="add mod">
          <ac:chgData name="108S-Subash Chandran, Arjun" userId="26ef4b0b-f38b-41da-b76c-37dfac7bdf39" providerId="ADAL" clId="{2138359D-5460-479F-85DF-B2A7D4556FA9}" dt="2024-02-13T02:47:22.896" v="2148" actId="14100"/>
          <ac:picMkLst>
            <pc:docMk/>
            <pc:sldMk cId="21582942" sldId="261"/>
            <ac:picMk id="3074" creationId="{D935582D-3849-D134-FE13-52515AFFC05A}"/>
          </ac:picMkLst>
        </pc:picChg>
      </pc:sldChg>
    </pc:docChg>
  </pc:docChgLst>
  <pc:docChgLst>
    <pc:chgData name="108S-Subash Chandran, Arjun" userId="26ef4b0b-f38b-41da-b76c-37dfac7bdf39" providerId="ADAL" clId="{46F54DB7-27DA-4761-9521-D4EE752EE01F}"/>
    <pc:docChg chg="undo custSel addSld delSld modSld sldOrd">
      <pc:chgData name="108S-Subash Chandran, Arjun" userId="26ef4b0b-f38b-41da-b76c-37dfac7bdf39" providerId="ADAL" clId="{46F54DB7-27DA-4761-9521-D4EE752EE01F}" dt="2024-02-16T16:51:54.644" v="1165" actId="1076"/>
      <pc:docMkLst>
        <pc:docMk/>
      </pc:docMkLst>
      <pc:sldChg chg="addSp modSp mod modTransition modNotesTx">
        <pc:chgData name="108S-Subash Chandran, Arjun" userId="26ef4b0b-f38b-41da-b76c-37dfac7bdf39" providerId="ADAL" clId="{46F54DB7-27DA-4761-9521-D4EE752EE01F}" dt="2024-02-15T20:44:59.645" v="917" actId="404"/>
        <pc:sldMkLst>
          <pc:docMk/>
          <pc:sldMk cId="2091870488" sldId="256"/>
        </pc:sldMkLst>
        <pc:spChg chg="mod">
          <ac:chgData name="108S-Subash Chandran, Arjun" userId="26ef4b0b-f38b-41da-b76c-37dfac7bdf39" providerId="ADAL" clId="{46F54DB7-27DA-4761-9521-D4EE752EE01F}" dt="2024-02-14T17:06:11.643" v="48" actId="1076"/>
          <ac:spMkLst>
            <pc:docMk/>
            <pc:sldMk cId="2091870488" sldId="256"/>
            <ac:spMk id="2" creationId="{3D868069-01DE-E082-0972-D55023040E0F}"/>
          </ac:spMkLst>
        </pc:spChg>
        <pc:spChg chg="add mod">
          <ac:chgData name="108S-Subash Chandran, Arjun" userId="26ef4b0b-f38b-41da-b76c-37dfac7bdf39" providerId="ADAL" clId="{46F54DB7-27DA-4761-9521-D4EE752EE01F}" dt="2024-02-15T20:44:59.645" v="917" actId="404"/>
          <ac:spMkLst>
            <pc:docMk/>
            <pc:sldMk cId="2091870488" sldId="256"/>
            <ac:spMk id="3" creationId="{12CC6788-7597-EA4F-9FFA-80C7D9DC3925}"/>
          </ac:spMkLst>
        </pc:spChg>
        <pc:spChg chg="add mod">
          <ac:chgData name="108S-Subash Chandran, Arjun" userId="26ef4b0b-f38b-41da-b76c-37dfac7bdf39" providerId="ADAL" clId="{46F54DB7-27DA-4761-9521-D4EE752EE01F}" dt="2024-02-11T03:26:00.035" v="46" actId="1035"/>
          <ac:spMkLst>
            <pc:docMk/>
            <pc:sldMk cId="2091870488" sldId="256"/>
            <ac:spMk id="4" creationId="{365D0B51-B495-4D50-AD26-4ACA2FF8A1F3}"/>
          </ac:spMkLst>
        </pc:spChg>
        <pc:spChg chg="add">
          <ac:chgData name="108S-Subash Chandran, Arjun" userId="26ef4b0b-f38b-41da-b76c-37dfac7bdf39" providerId="ADAL" clId="{46F54DB7-27DA-4761-9521-D4EE752EE01F}" dt="2024-02-14T17:07:46.431" v="73" actId="11529"/>
          <ac:spMkLst>
            <pc:docMk/>
            <pc:sldMk cId="2091870488" sldId="256"/>
            <ac:spMk id="11" creationId="{990CD1D9-5E3B-9371-EE49-798C216F4C0F}"/>
          </ac:spMkLst>
        </pc:spChg>
        <pc:spChg chg="add mod">
          <ac:chgData name="108S-Subash Chandran, Arjun" userId="26ef4b0b-f38b-41da-b76c-37dfac7bdf39" providerId="ADAL" clId="{46F54DB7-27DA-4761-9521-D4EE752EE01F}" dt="2024-02-14T17:08:10.180" v="76" actId="1076"/>
          <ac:spMkLst>
            <pc:docMk/>
            <pc:sldMk cId="2091870488" sldId="256"/>
            <ac:spMk id="12" creationId="{50C147CC-8275-010B-0384-7904EF4438BA}"/>
          </ac:spMkLst>
        </pc:spChg>
      </pc:sldChg>
      <pc:sldChg chg="modSp mod modTransition modNotesTx">
        <pc:chgData name="108S-Subash Chandran, Arjun" userId="26ef4b0b-f38b-41da-b76c-37dfac7bdf39" providerId="ADAL" clId="{46F54DB7-27DA-4761-9521-D4EE752EE01F}" dt="2024-02-15T21:34:58.689" v="1119"/>
        <pc:sldMkLst>
          <pc:docMk/>
          <pc:sldMk cId="3474854138" sldId="257"/>
        </pc:sldMkLst>
        <pc:spChg chg="mod">
          <ac:chgData name="108S-Subash Chandran, Arjun" userId="26ef4b0b-f38b-41da-b76c-37dfac7bdf39" providerId="ADAL" clId="{46F54DB7-27DA-4761-9521-D4EE752EE01F}" dt="2024-02-15T20:44:23.713" v="895" actId="403"/>
          <ac:spMkLst>
            <pc:docMk/>
            <pc:sldMk cId="3474854138" sldId="257"/>
            <ac:spMk id="4" creationId="{103081D8-CC9F-086F-87BC-B1908132C30E}"/>
          </ac:spMkLst>
        </pc:spChg>
      </pc:sldChg>
      <pc:sldChg chg="modTransition modNotesTx">
        <pc:chgData name="108S-Subash Chandran, Arjun" userId="26ef4b0b-f38b-41da-b76c-37dfac7bdf39" providerId="ADAL" clId="{46F54DB7-27DA-4761-9521-D4EE752EE01F}" dt="2024-02-15T20:26:18.669" v="249" actId="20577"/>
        <pc:sldMkLst>
          <pc:docMk/>
          <pc:sldMk cId="2270087755" sldId="259"/>
        </pc:sldMkLst>
      </pc:sldChg>
      <pc:sldChg chg="modSp mod modTransition modNotesTx">
        <pc:chgData name="108S-Subash Chandran, Arjun" userId="26ef4b0b-f38b-41da-b76c-37dfac7bdf39" providerId="ADAL" clId="{46F54DB7-27DA-4761-9521-D4EE752EE01F}" dt="2024-02-15T20:46:03.690" v="918" actId="1076"/>
        <pc:sldMkLst>
          <pc:docMk/>
          <pc:sldMk cId="160730739" sldId="260"/>
        </pc:sldMkLst>
        <pc:spChg chg="mod">
          <ac:chgData name="108S-Subash Chandran, Arjun" userId="26ef4b0b-f38b-41da-b76c-37dfac7bdf39" providerId="ADAL" clId="{46F54DB7-27DA-4761-9521-D4EE752EE01F}" dt="2024-02-15T20:46:03.690" v="918" actId="1076"/>
          <ac:spMkLst>
            <pc:docMk/>
            <pc:sldMk cId="160730739" sldId="260"/>
            <ac:spMk id="41" creationId="{EF04A5DB-CEF4-0A3C-CFAE-8B3423DB5C2B}"/>
          </ac:spMkLst>
        </pc:spChg>
        <pc:picChg chg="ord">
          <ac:chgData name="108S-Subash Chandran, Arjun" userId="26ef4b0b-f38b-41da-b76c-37dfac7bdf39" providerId="ADAL" clId="{46F54DB7-27DA-4761-9521-D4EE752EE01F}" dt="2024-02-14T17:09:15.695" v="82" actId="167"/>
          <ac:picMkLst>
            <pc:docMk/>
            <pc:sldMk cId="160730739" sldId="260"/>
            <ac:picMk id="2050" creationId="{28D2D1B6-0F38-EACB-F4B5-B9ECB07B2250}"/>
          </ac:picMkLst>
        </pc:picChg>
      </pc:sldChg>
      <pc:sldChg chg="modSp mod modTransition modNotesTx">
        <pc:chgData name="108S-Subash Chandran, Arjun" userId="26ef4b0b-f38b-41da-b76c-37dfac7bdf39" providerId="ADAL" clId="{46F54DB7-27DA-4761-9521-D4EE752EE01F}" dt="2024-02-15T21:34:22.064" v="1106"/>
        <pc:sldMkLst>
          <pc:docMk/>
          <pc:sldMk cId="21582942" sldId="261"/>
        </pc:sldMkLst>
        <pc:spChg chg="mod">
          <ac:chgData name="108S-Subash Chandran, Arjun" userId="26ef4b0b-f38b-41da-b76c-37dfac7bdf39" providerId="ADAL" clId="{46F54DB7-27DA-4761-9521-D4EE752EE01F}" dt="2024-02-14T17:23:15.400" v="231" actId="20577"/>
          <ac:spMkLst>
            <pc:docMk/>
            <pc:sldMk cId="21582942" sldId="261"/>
            <ac:spMk id="3" creationId="{054C624B-C9D0-F7C1-3187-3AC5F29FC17B}"/>
          </ac:spMkLst>
        </pc:spChg>
        <pc:spChg chg="mod">
          <ac:chgData name="108S-Subash Chandran, Arjun" userId="26ef4b0b-f38b-41da-b76c-37dfac7bdf39" providerId="ADAL" clId="{46F54DB7-27DA-4761-9521-D4EE752EE01F}" dt="2024-02-15T20:46:13.624" v="919" actId="1076"/>
          <ac:spMkLst>
            <pc:docMk/>
            <pc:sldMk cId="21582942" sldId="261"/>
            <ac:spMk id="41" creationId="{C36511A9-91D2-B40E-C758-9FD38049390A}"/>
          </ac:spMkLst>
        </pc:spChg>
      </pc:sldChg>
      <pc:sldChg chg="addSp modSp new mod modTransition setBg modNotesTx">
        <pc:chgData name="108S-Subash Chandran, Arjun" userId="26ef4b0b-f38b-41da-b76c-37dfac7bdf39" providerId="ADAL" clId="{46F54DB7-27DA-4761-9521-D4EE752EE01F}" dt="2024-02-16T16:51:54.644" v="1165" actId="1076"/>
        <pc:sldMkLst>
          <pc:docMk/>
          <pc:sldMk cId="1301814240" sldId="262"/>
        </pc:sldMkLst>
        <pc:spChg chg="add mod">
          <ac:chgData name="108S-Subash Chandran, Arjun" userId="26ef4b0b-f38b-41da-b76c-37dfac7bdf39" providerId="ADAL" clId="{46F54DB7-27DA-4761-9521-D4EE752EE01F}" dt="2024-02-16T16:51:54.644" v="1165" actId="1076"/>
          <ac:spMkLst>
            <pc:docMk/>
            <pc:sldMk cId="1301814240" sldId="262"/>
            <ac:spMk id="2" creationId="{F54288E2-19FA-7D8E-9698-EB3428C78118}"/>
          </ac:spMkLst>
        </pc:spChg>
      </pc:sldChg>
      <pc:sldChg chg="add del setBg">
        <pc:chgData name="108S-Subash Chandran, Arjun" userId="26ef4b0b-f38b-41da-b76c-37dfac7bdf39" providerId="ADAL" clId="{46F54DB7-27DA-4761-9521-D4EE752EE01F}" dt="2024-02-15T20:35:15.092" v="253" actId="47"/>
        <pc:sldMkLst>
          <pc:docMk/>
          <pc:sldMk cId="2739168267" sldId="263"/>
        </pc:sldMkLst>
      </pc:sldChg>
      <pc:sldChg chg="add ord modTransition modNotesTx">
        <pc:chgData name="108S-Subash Chandran, Arjun" userId="26ef4b0b-f38b-41da-b76c-37dfac7bdf39" providerId="ADAL" clId="{46F54DB7-27DA-4761-9521-D4EE752EE01F}" dt="2024-02-15T21:34:33.445" v="1114"/>
        <pc:sldMkLst>
          <pc:docMk/>
          <pc:sldMk cId="3967370224" sldId="2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627AA-1E1C-4D2A-BE4F-424CFCAED79A}" type="datetimeFigureOut">
              <a:rPr lang="en-CA" smtClean="0"/>
              <a:t>2024-02-15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4A4C80-3171-4C28-934C-269218AEDF11}" type="slidenum">
              <a:rPr lang="en-CA" smtClean="0"/>
              <a:t>‹#›</a:t>
            </a:fld>
            <a:endParaRPr lang="en-CA"/>
          </a:p>
        </p:txBody>
      </p:sp>
    </p:spTree>
    <p:extLst>
      <p:ext uri="{BB962C8B-B14F-4D97-AF65-F5344CB8AC3E}">
        <p14:creationId xmlns:p14="http://schemas.microsoft.com/office/powerpoint/2010/main" val="1920531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You come home from school, knowing you have several assignments due the next day. You open up your computer, only to find that you haven't even started half of them. "I better start working on this now", you think, and you start typing. Two paragraphs later, you find yourself checking your messages. Your friend has sent you a video. You watch it, and you click then next video in your "Watch Next". Next video, next video, next video. Suddenly, you realize it's 7:00, and you still haven't started. Hello, I am Arjun, and this is an example of procrastination, a common mistake made by many individuals, especially students. Procrastination can severely harm your grades, missing opportunities, and many more disadvantages. But what really is procrastination? Are there different types? Why do we continue to procrastinate, even when we know it's bad for us? And most importantly, can it be beneficial?</a:t>
            </a:r>
          </a:p>
          <a:p>
            <a:endParaRPr lang="en-CA" dirty="0"/>
          </a:p>
        </p:txBody>
      </p:sp>
      <p:sp>
        <p:nvSpPr>
          <p:cNvPr id="4" name="Slide Number Placeholder 3"/>
          <p:cNvSpPr>
            <a:spLocks noGrp="1"/>
          </p:cNvSpPr>
          <p:nvPr>
            <p:ph type="sldNum" sz="quarter" idx="5"/>
          </p:nvPr>
        </p:nvSpPr>
        <p:spPr/>
        <p:txBody>
          <a:bodyPr/>
          <a:lstStyle/>
          <a:p>
            <a:fld id="{D24A4C80-3171-4C28-934C-269218AEDF11}" type="slidenum">
              <a:rPr lang="en-CA" smtClean="0"/>
              <a:t>1</a:t>
            </a:fld>
            <a:endParaRPr lang="en-CA"/>
          </a:p>
        </p:txBody>
      </p:sp>
    </p:spTree>
    <p:extLst>
      <p:ext uri="{BB962C8B-B14F-4D97-AF65-F5344CB8AC3E}">
        <p14:creationId xmlns:p14="http://schemas.microsoft.com/office/powerpoint/2010/main" val="623314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What is Procrastination? Procrastination is the action of putting unpleasant tasks off to be done later, and instead distracting yourself with other activities, which can be playing games, reading messages, watching YouTube, or even working on other projects. Procrastination is surprisingly common among us - around 20% of adults are chronic procrastinators, and a whopping 80-95% of college students procrastinate. A 2016 study that analyzed procrastination in several different age groups found that procrastination was highest in 14-to-29-year-olds, the youngest age group studied.</a:t>
            </a:r>
          </a:p>
        </p:txBody>
      </p:sp>
      <p:sp>
        <p:nvSpPr>
          <p:cNvPr id="4" name="Slide Number Placeholder 3"/>
          <p:cNvSpPr>
            <a:spLocks noGrp="1"/>
          </p:cNvSpPr>
          <p:nvPr>
            <p:ph type="sldNum" sz="quarter" idx="5"/>
          </p:nvPr>
        </p:nvSpPr>
        <p:spPr/>
        <p:txBody>
          <a:bodyPr/>
          <a:lstStyle/>
          <a:p>
            <a:fld id="{D24A4C80-3171-4C28-934C-269218AEDF11}" type="slidenum">
              <a:rPr lang="en-CA" smtClean="0"/>
              <a:t>2</a:t>
            </a:fld>
            <a:endParaRPr lang="en-CA"/>
          </a:p>
        </p:txBody>
      </p:sp>
    </p:spTree>
    <p:extLst>
      <p:ext uri="{BB962C8B-B14F-4D97-AF65-F5344CB8AC3E}">
        <p14:creationId xmlns:p14="http://schemas.microsoft.com/office/powerpoint/2010/main" val="2779101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CA" sz="1200" kern="100" dirty="0">
                <a:effectLst/>
                <a:latin typeface="Calibri" panose="020F0502020204030204" pitchFamily="34" charset="0"/>
                <a:ea typeface="Calibri" panose="020F0502020204030204" pitchFamily="34" charset="0"/>
                <a:cs typeface="Times New Roman" panose="02020603050405020304" pitchFamily="18" charset="0"/>
              </a:rPr>
              <a:t>It is important to know that there are actually 2 main types of procrastination - active procrastination, and passive procrastination. Active procrastination is when you deliberately procrastinate, and you know that you work more efficiently under pressure. An example would be how even though I knew about the TED talk project before the winter break, I only started it a week before the due date, but I was able to focus and work productively. Active procrastination can be beneficial only if you are sure you will be able to finish it on time, but once it's done, you can just turn it in and no longer worry about it.</a:t>
            </a:r>
          </a:p>
          <a:p>
            <a:pPr>
              <a:lnSpc>
                <a:spcPct val="107000"/>
              </a:lnSpc>
              <a:spcAft>
                <a:spcPts val="800"/>
              </a:spcAft>
            </a:pPr>
            <a:endParaRPr lang="en-CA"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1200" kern="100" dirty="0">
                <a:effectLst/>
                <a:latin typeface="Calibri" panose="020F0502020204030204" pitchFamily="34" charset="0"/>
                <a:ea typeface="Calibri" panose="020F0502020204030204" pitchFamily="34" charset="0"/>
                <a:cs typeface="Times New Roman" panose="02020603050405020304" pitchFamily="18" charset="0"/>
              </a:rPr>
              <a:t>On the other hand, passive procrastination is unintentional - you want to start working, just not immediately, and in the meantime you distract yourself with other activities to not think about it. This would be more like what I did with my speech last year, when even though I knew the speech was next week, or even tomorrow, I just watched YouTube anyway, and wrote 70% of the speech at 12 AM, and the rest AT SCHOOL ON THE DAY OF THE PRESENTATION. My speech was horrible, but somehow I managed to get a decent mark. This is a good example of passive procrastination because unintentional - you want to start the assignment, but you find yourself off-task. The reason for passive procrastination is that it gives us a temporary relief from anxiety, but the anxiety returns right before the due date, and sometimes you never finish the task.</a:t>
            </a:r>
          </a:p>
        </p:txBody>
      </p:sp>
      <p:sp>
        <p:nvSpPr>
          <p:cNvPr id="4" name="Slide Number Placeholder 3"/>
          <p:cNvSpPr>
            <a:spLocks noGrp="1"/>
          </p:cNvSpPr>
          <p:nvPr>
            <p:ph type="sldNum" sz="quarter" idx="5"/>
          </p:nvPr>
        </p:nvSpPr>
        <p:spPr/>
        <p:txBody>
          <a:bodyPr/>
          <a:lstStyle/>
          <a:p>
            <a:fld id="{D24A4C80-3171-4C28-934C-269218AEDF11}" type="slidenum">
              <a:rPr lang="en-CA" smtClean="0"/>
              <a:t>3</a:t>
            </a:fld>
            <a:endParaRPr lang="en-CA"/>
          </a:p>
        </p:txBody>
      </p:sp>
    </p:spTree>
    <p:extLst>
      <p:ext uri="{BB962C8B-B14F-4D97-AF65-F5344CB8AC3E}">
        <p14:creationId xmlns:p14="http://schemas.microsoft.com/office/powerpoint/2010/main" val="4262127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But why do we procrastinate, even when we know that we shouldn't? When procrastinating, you know that you must start the assignment, yet you continue watching YouTube, checking messages, or even working on other assignments. Why is this? Procrastination is actually the result of your body trying to protect you. When there is a difficult or unpleasant task at hand, your brain gives you a sense of fear or dread to prevent you from completing it. Your amygdala, the part of your brain responsible for emotions and fear, releases adrenaline hormones and overpowers the prefrontal cortex, the part of your brain responsible for making rational decisions. The amygdala wants to keep you safe and happy, which it thinks is more important that getting your work done. This is what's happening when you sit down and start to work on something, and a few minutes later, you're off task… again.</a:t>
            </a:r>
          </a:p>
          <a:p>
            <a:endParaRPr lang="en-CA" dirty="0"/>
          </a:p>
        </p:txBody>
      </p:sp>
      <p:sp>
        <p:nvSpPr>
          <p:cNvPr id="4" name="Slide Number Placeholder 3"/>
          <p:cNvSpPr>
            <a:spLocks noGrp="1"/>
          </p:cNvSpPr>
          <p:nvPr>
            <p:ph type="sldNum" sz="quarter" idx="5"/>
          </p:nvPr>
        </p:nvSpPr>
        <p:spPr/>
        <p:txBody>
          <a:bodyPr/>
          <a:lstStyle/>
          <a:p>
            <a:fld id="{D24A4C80-3171-4C28-934C-269218AEDF11}" type="slidenum">
              <a:rPr lang="en-CA" smtClean="0"/>
              <a:t>4</a:t>
            </a:fld>
            <a:endParaRPr lang="en-CA"/>
          </a:p>
        </p:txBody>
      </p:sp>
    </p:spTree>
    <p:extLst>
      <p:ext uri="{BB962C8B-B14F-4D97-AF65-F5344CB8AC3E}">
        <p14:creationId xmlns:p14="http://schemas.microsoft.com/office/powerpoint/2010/main" val="22645974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Speaking of getting work done, how do we stop procrastinating? We procrastinate by distracting ourselves with other activities, so the easiest way to prevent procrastination is to remove these distractions. Put away your phone, close all open apps other than ones that you need for the assignment, and turn off your notifications. You will probably be too lazy to wait for Discord to reopen, and you'll just do your work. Setting realistic goals and estimating the time for them also helps, and I have found it helps me finish my work faster. This works because it gives you an idea of how much you should accomplish in a given amount of time. Many people say that a reward can be used to motivate you, but when it comes to tasks that involve more thinking, the reward can actually distract you and slow you down, as you are thinking more about the reward than the task. My last tip is not one I have found through research, but one I have noticed in my own experience - get the work done first. When I work on homework before playing games, I work faster and more efficiently in the same time than if I play games first. This may happen because your brain finds it easier to transition from a task you dislike to one that is more enjoyable, and finds it harder to transition from an easy task to a hard one.</a:t>
            </a:r>
          </a:p>
          <a:p>
            <a:endParaRPr lang="en-CA" dirty="0"/>
          </a:p>
        </p:txBody>
      </p:sp>
      <p:sp>
        <p:nvSpPr>
          <p:cNvPr id="4" name="Slide Number Placeholder 3"/>
          <p:cNvSpPr>
            <a:spLocks noGrp="1"/>
          </p:cNvSpPr>
          <p:nvPr>
            <p:ph type="sldNum" sz="quarter" idx="5"/>
          </p:nvPr>
        </p:nvSpPr>
        <p:spPr/>
        <p:txBody>
          <a:bodyPr/>
          <a:lstStyle/>
          <a:p>
            <a:fld id="{D24A4C80-3171-4C28-934C-269218AEDF11}" type="slidenum">
              <a:rPr lang="en-CA" smtClean="0"/>
              <a:t>5</a:t>
            </a:fld>
            <a:endParaRPr lang="en-CA"/>
          </a:p>
        </p:txBody>
      </p:sp>
    </p:spTree>
    <p:extLst>
      <p:ext uri="{BB962C8B-B14F-4D97-AF65-F5344CB8AC3E}">
        <p14:creationId xmlns:p14="http://schemas.microsoft.com/office/powerpoint/2010/main" val="3416109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I've talked a lot about how procrastination can have negative effects, but can procrastination actually be beneficial? Procrastination can lead to anxiety, depression, or many other problems, but surprisingly, there are a few benefits to procrastination. As I said earlier, active procrastinators prefer to work under pressure and know that they can get their work done on time. “Urgency can lead to you getting into a state of hyperfocus—or flow—where many people do their best work,” -Quote from outsideonline.com . Procrastination can also give you a chance to take a break, and most of your creative ideas actually come from your free time. Pushing yourself to do a task can actually slow you down if you have been working on it for too long. Procrastination can also make other tasks easier - if you are procrastinating over one big project that you really don't want to do, you may find it easier to work on other smaller tasks compared to the big project. </a:t>
            </a:r>
          </a:p>
          <a:p>
            <a:endParaRPr lang="en-CA" dirty="0"/>
          </a:p>
        </p:txBody>
      </p:sp>
      <p:sp>
        <p:nvSpPr>
          <p:cNvPr id="4" name="Slide Number Placeholder 3"/>
          <p:cNvSpPr>
            <a:spLocks noGrp="1"/>
          </p:cNvSpPr>
          <p:nvPr>
            <p:ph type="sldNum" sz="quarter" idx="5"/>
          </p:nvPr>
        </p:nvSpPr>
        <p:spPr/>
        <p:txBody>
          <a:bodyPr/>
          <a:lstStyle/>
          <a:p>
            <a:fld id="{D24A4C80-3171-4C28-934C-269218AEDF11}" type="slidenum">
              <a:rPr lang="en-CA" smtClean="0"/>
              <a:t>6</a:t>
            </a:fld>
            <a:endParaRPr lang="en-CA"/>
          </a:p>
        </p:txBody>
      </p:sp>
    </p:spTree>
    <p:extLst>
      <p:ext uri="{BB962C8B-B14F-4D97-AF65-F5344CB8AC3E}">
        <p14:creationId xmlns:p14="http://schemas.microsoft.com/office/powerpoint/2010/main" val="3359979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04AB8-D6D1-444A-464C-9B7B3E4BDD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AEA10-0512-99E3-DFEC-C18542A69A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3025EC-082F-D735-D1BE-25E6B11FE1F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In conclusion, procrastination is a major issue in our everyday lives, and can result in poor grades, many overdue tasks, and missing out on opportunities. There are 2 main types of procrastination - passive procrastination, which is unintentional and is a temporary stress-reliever, and active procrastination, which is intentional and can even be beneficial. Procrastination is normal, and does NOT mean you have ADHD, even if your parents tell you that. We procrastinate because our brain is trying to keep us safe from an unpleasant task. You can stop procrastinating by removing distractions, setting goals, and doing challenging or unpleasant tasks before more enjoyable ones. In some cases, moderate procrastination can be beneficial, as the pressure of a nearing due date can help you focus, and taking a break can refresh your brain and even boost creativity. Now that you know all the untold truths about procrastination, I hope you are able to do your homework more efficiently. Thank you.</a:t>
            </a:r>
          </a:p>
        </p:txBody>
      </p:sp>
      <p:sp>
        <p:nvSpPr>
          <p:cNvPr id="4" name="Slide Number Placeholder 3">
            <a:extLst>
              <a:ext uri="{FF2B5EF4-FFF2-40B4-BE49-F238E27FC236}">
                <a16:creationId xmlns:a16="http://schemas.microsoft.com/office/drawing/2014/main" id="{0F8607A7-A01E-D452-A56E-37A81CA147D4}"/>
              </a:ext>
            </a:extLst>
          </p:cNvPr>
          <p:cNvSpPr>
            <a:spLocks noGrp="1"/>
          </p:cNvSpPr>
          <p:nvPr>
            <p:ph type="sldNum" sz="quarter" idx="5"/>
          </p:nvPr>
        </p:nvSpPr>
        <p:spPr/>
        <p:txBody>
          <a:bodyPr/>
          <a:lstStyle/>
          <a:p>
            <a:fld id="{D24A4C80-3171-4C28-934C-269218AEDF11}" type="slidenum">
              <a:rPr lang="en-CA" smtClean="0"/>
              <a:t>7</a:t>
            </a:fld>
            <a:endParaRPr lang="en-CA"/>
          </a:p>
        </p:txBody>
      </p:sp>
    </p:spTree>
    <p:extLst>
      <p:ext uri="{BB962C8B-B14F-4D97-AF65-F5344CB8AC3E}">
        <p14:creationId xmlns:p14="http://schemas.microsoft.com/office/powerpoint/2010/main" val="16514327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19DEE-F8CE-8ECD-6AE0-28ED8B945F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AAE60421-D207-D086-FD3F-CC3CB8C0F1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7E6EDA63-EA83-D273-A3D4-57F84080E5E6}"/>
              </a:ext>
            </a:extLst>
          </p:cNvPr>
          <p:cNvSpPr>
            <a:spLocks noGrp="1"/>
          </p:cNvSpPr>
          <p:nvPr>
            <p:ph type="dt" sz="half" idx="10"/>
          </p:nvPr>
        </p:nvSpPr>
        <p:spPr/>
        <p:txBody>
          <a:bodyPr/>
          <a:lstStyle/>
          <a:p>
            <a:fld id="{D42283BE-5344-40C4-9B1A-11DB367752FC}" type="datetimeFigureOut">
              <a:rPr lang="en-CA" smtClean="0"/>
              <a:t>2024-02-15</a:t>
            </a:fld>
            <a:endParaRPr lang="en-CA"/>
          </a:p>
        </p:txBody>
      </p:sp>
      <p:sp>
        <p:nvSpPr>
          <p:cNvPr id="5" name="Footer Placeholder 4">
            <a:extLst>
              <a:ext uri="{FF2B5EF4-FFF2-40B4-BE49-F238E27FC236}">
                <a16:creationId xmlns:a16="http://schemas.microsoft.com/office/drawing/2014/main" id="{200E92E9-8897-398E-CDD7-EC0FD635213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305EEE8-8D2D-A111-90C0-2C3D9B0C647B}"/>
              </a:ext>
            </a:extLst>
          </p:cNvPr>
          <p:cNvSpPr>
            <a:spLocks noGrp="1"/>
          </p:cNvSpPr>
          <p:nvPr>
            <p:ph type="sldNum" sz="quarter" idx="12"/>
          </p:nvPr>
        </p:nvSpPr>
        <p:spPr/>
        <p:txBody>
          <a:bodyPr/>
          <a:lstStyle/>
          <a:p>
            <a:fld id="{FCC0075D-8697-465B-B4A7-22A1B3BBED06}" type="slidenum">
              <a:rPr lang="en-CA" smtClean="0"/>
              <a:t>‹#›</a:t>
            </a:fld>
            <a:endParaRPr lang="en-CA"/>
          </a:p>
        </p:txBody>
      </p:sp>
    </p:spTree>
    <p:extLst>
      <p:ext uri="{BB962C8B-B14F-4D97-AF65-F5344CB8AC3E}">
        <p14:creationId xmlns:p14="http://schemas.microsoft.com/office/powerpoint/2010/main" val="1981523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48793-AD5C-D035-AB9A-2E9A9B53832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02F0C740-62BA-223A-F012-53308E4DB0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19D6684-485B-D996-7DD0-12A21F8FE50F}"/>
              </a:ext>
            </a:extLst>
          </p:cNvPr>
          <p:cNvSpPr>
            <a:spLocks noGrp="1"/>
          </p:cNvSpPr>
          <p:nvPr>
            <p:ph type="dt" sz="half" idx="10"/>
          </p:nvPr>
        </p:nvSpPr>
        <p:spPr/>
        <p:txBody>
          <a:bodyPr/>
          <a:lstStyle/>
          <a:p>
            <a:fld id="{D42283BE-5344-40C4-9B1A-11DB367752FC}" type="datetimeFigureOut">
              <a:rPr lang="en-CA" smtClean="0"/>
              <a:t>2024-02-15</a:t>
            </a:fld>
            <a:endParaRPr lang="en-CA"/>
          </a:p>
        </p:txBody>
      </p:sp>
      <p:sp>
        <p:nvSpPr>
          <p:cNvPr id="5" name="Footer Placeholder 4">
            <a:extLst>
              <a:ext uri="{FF2B5EF4-FFF2-40B4-BE49-F238E27FC236}">
                <a16:creationId xmlns:a16="http://schemas.microsoft.com/office/drawing/2014/main" id="{C8AE010A-AAA8-EB79-879E-9E16B0B7A8A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7E7A0A3-A8EE-5C6D-4E95-342ACA667404}"/>
              </a:ext>
            </a:extLst>
          </p:cNvPr>
          <p:cNvSpPr>
            <a:spLocks noGrp="1"/>
          </p:cNvSpPr>
          <p:nvPr>
            <p:ph type="sldNum" sz="quarter" idx="12"/>
          </p:nvPr>
        </p:nvSpPr>
        <p:spPr/>
        <p:txBody>
          <a:bodyPr/>
          <a:lstStyle/>
          <a:p>
            <a:fld id="{FCC0075D-8697-465B-B4A7-22A1B3BBED06}" type="slidenum">
              <a:rPr lang="en-CA" smtClean="0"/>
              <a:t>‹#›</a:t>
            </a:fld>
            <a:endParaRPr lang="en-CA"/>
          </a:p>
        </p:txBody>
      </p:sp>
    </p:spTree>
    <p:extLst>
      <p:ext uri="{BB962C8B-B14F-4D97-AF65-F5344CB8AC3E}">
        <p14:creationId xmlns:p14="http://schemas.microsoft.com/office/powerpoint/2010/main" val="655119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BD87B-5FA0-5F5A-2F08-CB333F5091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994C855F-02B1-26F6-CA8E-05A3210FD9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9DCCEE-5AF7-4F8B-5EB0-608BEE1D6989}"/>
              </a:ext>
            </a:extLst>
          </p:cNvPr>
          <p:cNvSpPr>
            <a:spLocks noGrp="1"/>
          </p:cNvSpPr>
          <p:nvPr>
            <p:ph type="dt" sz="half" idx="10"/>
          </p:nvPr>
        </p:nvSpPr>
        <p:spPr/>
        <p:txBody>
          <a:bodyPr/>
          <a:lstStyle/>
          <a:p>
            <a:fld id="{D42283BE-5344-40C4-9B1A-11DB367752FC}" type="datetimeFigureOut">
              <a:rPr lang="en-CA" smtClean="0"/>
              <a:t>2024-02-15</a:t>
            </a:fld>
            <a:endParaRPr lang="en-CA"/>
          </a:p>
        </p:txBody>
      </p:sp>
      <p:sp>
        <p:nvSpPr>
          <p:cNvPr id="5" name="Footer Placeholder 4">
            <a:extLst>
              <a:ext uri="{FF2B5EF4-FFF2-40B4-BE49-F238E27FC236}">
                <a16:creationId xmlns:a16="http://schemas.microsoft.com/office/drawing/2014/main" id="{252C4599-8406-C36F-7124-3B682C7D883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D63AC92-5BCB-C60D-ACF4-5D3390BD2AEC}"/>
              </a:ext>
            </a:extLst>
          </p:cNvPr>
          <p:cNvSpPr>
            <a:spLocks noGrp="1"/>
          </p:cNvSpPr>
          <p:nvPr>
            <p:ph type="sldNum" sz="quarter" idx="12"/>
          </p:nvPr>
        </p:nvSpPr>
        <p:spPr/>
        <p:txBody>
          <a:bodyPr/>
          <a:lstStyle/>
          <a:p>
            <a:fld id="{FCC0075D-8697-465B-B4A7-22A1B3BBED06}" type="slidenum">
              <a:rPr lang="en-CA" smtClean="0"/>
              <a:t>‹#›</a:t>
            </a:fld>
            <a:endParaRPr lang="en-CA"/>
          </a:p>
        </p:txBody>
      </p:sp>
    </p:spTree>
    <p:extLst>
      <p:ext uri="{BB962C8B-B14F-4D97-AF65-F5344CB8AC3E}">
        <p14:creationId xmlns:p14="http://schemas.microsoft.com/office/powerpoint/2010/main" val="2072004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16564-E6A7-4DD8-8E03-9A417052CD8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F8054B6-B5D5-CA2F-0EA6-EE0016995D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860561C4-3E67-2015-C186-7FE8E29C6B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4FD632B0-8EEC-10F9-9E0E-123221FE8724}"/>
              </a:ext>
            </a:extLst>
          </p:cNvPr>
          <p:cNvSpPr>
            <a:spLocks noGrp="1"/>
          </p:cNvSpPr>
          <p:nvPr>
            <p:ph type="dt" sz="half" idx="10"/>
          </p:nvPr>
        </p:nvSpPr>
        <p:spPr/>
        <p:txBody>
          <a:bodyPr/>
          <a:lstStyle/>
          <a:p>
            <a:fld id="{D42283BE-5344-40C4-9B1A-11DB367752FC}" type="datetimeFigureOut">
              <a:rPr lang="en-CA" smtClean="0"/>
              <a:t>2024-02-15</a:t>
            </a:fld>
            <a:endParaRPr lang="en-CA"/>
          </a:p>
        </p:txBody>
      </p:sp>
      <p:sp>
        <p:nvSpPr>
          <p:cNvPr id="6" name="Footer Placeholder 5">
            <a:extLst>
              <a:ext uri="{FF2B5EF4-FFF2-40B4-BE49-F238E27FC236}">
                <a16:creationId xmlns:a16="http://schemas.microsoft.com/office/drawing/2014/main" id="{B6AA8AEC-FD1C-5062-0EFD-26742F28612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D4B160A-D21F-6B67-6549-6FF5AA807E09}"/>
              </a:ext>
            </a:extLst>
          </p:cNvPr>
          <p:cNvSpPr>
            <a:spLocks noGrp="1"/>
          </p:cNvSpPr>
          <p:nvPr>
            <p:ph type="sldNum" sz="quarter" idx="12"/>
          </p:nvPr>
        </p:nvSpPr>
        <p:spPr/>
        <p:txBody>
          <a:bodyPr/>
          <a:lstStyle/>
          <a:p>
            <a:fld id="{FCC0075D-8697-465B-B4A7-22A1B3BBED06}" type="slidenum">
              <a:rPr lang="en-CA" smtClean="0"/>
              <a:t>‹#›</a:t>
            </a:fld>
            <a:endParaRPr lang="en-CA"/>
          </a:p>
        </p:txBody>
      </p:sp>
    </p:spTree>
    <p:extLst>
      <p:ext uri="{BB962C8B-B14F-4D97-AF65-F5344CB8AC3E}">
        <p14:creationId xmlns:p14="http://schemas.microsoft.com/office/powerpoint/2010/main" val="1685865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9E81B-B0D2-358B-3411-D6AF7B88EE4F}"/>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C78615D-FBE0-81D6-2E2E-79EE1F20E5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9B0DAC-5FDE-7F11-FB0E-7BF4ACCFDC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BE7B286A-9575-5952-5399-E70B5BD04D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5349FA-78C6-DC06-D891-F15E96FE89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D35CC348-F2C0-CA7D-6450-9D15D35D7B34}"/>
              </a:ext>
            </a:extLst>
          </p:cNvPr>
          <p:cNvSpPr>
            <a:spLocks noGrp="1"/>
          </p:cNvSpPr>
          <p:nvPr>
            <p:ph type="dt" sz="half" idx="10"/>
          </p:nvPr>
        </p:nvSpPr>
        <p:spPr/>
        <p:txBody>
          <a:bodyPr/>
          <a:lstStyle/>
          <a:p>
            <a:fld id="{D42283BE-5344-40C4-9B1A-11DB367752FC}" type="datetimeFigureOut">
              <a:rPr lang="en-CA" smtClean="0"/>
              <a:t>2024-02-15</a:t>
            </a:fld>
            <a:endParaRPr lang="en-CA"/>
          </a:p>
        </p:txBody>
      </p:sp>
      <p:sp>
        <p:nvSpPr>
          <p:cNvPr id="8" name="Footer Placeholder 7">
            <a:extLst>
              <a:ext uri="{FF2B5EF4-FFF2-40B4-BE49-F238E27FC236}">
                <a16:creationId xmlns:a16="http://schemas.microsoft.com/office/drawing/2014/main" id="{CB54EC4D-8945-5F03-FBE8-20A5994FD8B9}"/>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B50E0B9B-4A10-CCD1-08CC-5B713A098FAC}"/>
              </a:ext>
            </a:extLst>
          </p:cNvPr>
          <p:cNvSpPr>
            <a:spLocks noGrp="1"/>
          </p:cNvSpPr>
          <p:nvPr>
            <p:ph type="sldNum" sz="quarter" idx="12"/>
          </p:nvPr>
        </p:nvSpPr>
        <p:spPr/>
        <p:txBody>
          <a:bodyPr/>
          <a:lstStyle/>
          <a:p>
            <a:fld id="{FCC0075D-8697-465B-B4A7-22A1B3BBED06}" type="slidenum">
              <a:rPr lang="en-CA" smtClean="0"/>
              <a:t>‹#›</a:t>
            </a:fld>
            <a:endParaRPr lang="en-CA"/>
          </a:p>
        </p:txBody>
      </p:sp>
    </p:spTree>
    <p:extLst>
      <p:ext uri="{BB962C8B-B14F-4D97-AF65-F5344CB8AC3E}">
        <p14:creationId xmlns:p14="http://schemas.microsoft.com/office/powerpoint/2010/main" val="3287377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BDA2-43B5-D228-D739-FD88FB73FBF4}"/>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D566B21-D952-5E6D-DAA1-C4DA6F683DF7}"/>
              </a:ext>
            </a:extLst>
          </p:cNvPr>
          <p:cNvSpPr>
            <a:spLocks noGrp="1"/>
          </p:cNvSpPr>
          <p:nvPr>
            <p:ph type="dt" sz="half" idx="10"/>
          </p:nvPr>
        </p:nvSpPr>
        <p:spPr/>
        <p:txBody>
          <a:bodyPr/>
          <a:lstStyle/>
          <a:p>
            <a:fld id="{D42283BE-5344-40C4-9B1A-11DB367752FC}" type="datetimeFigureOut">
              <a:rPr lang="en-CA" smtClean="0"/>
              <a:t>2024-02-15</a:t>
            </a:fld>
            <a:endParaRPr lang="en-CA"/>
          </a:p>
        </p:txBody>
      </p:sp>
      <p:sp>
        <p:nvSpPr>
          <p:cNvPr id="4" name="Footer Placeholder 3">
            <a:extLst>
              <a:ext uri="{FF2B5EF4-FFF2-40B4-BE49-F238E27FC236}">
                <a16:creationId xmlns:a16="http://schemas.microsoft.com/office/drawing/2014/main" id="{651DDCEF-77E7-8F43-8B6B-913CB215087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8E7DBD1-6AFC-B147-4F8F-02689031BF9C}"/>
              </a:ext>
            </a:extLst>
          </p:cNvPr>
          <p:cNvSpPr>
            <a:spLocks noGrp="1"/>
          </p:cNvSpPr>
          <p:nvPr>
            <p:ph type="sldNum" sz="quarter" idx="12"/>
          </p:nvPr>
        </p:nvSpPr>
        <p:spPr/>
        <p:txBody>
          <a:bodyPr/>
          <a:lstStyle/>
          <a:p>
            <a:fld id="{FCC0075D-8697-465B-B4A7-22A1B3BBED06}" type="slidenum">
              <a:rPr lang="en-CA" smtClean="0"/>
              <a:t>‹#›</a:t>
            </a:fld>
            <a:endParaRPr lang="en-CA"/>
          </a:p>
        </p:txBody>
      </p:sp>
    </p:spTree>
    <p:extLst>
      <p:ext uri="{BB962C8B-B14F-4D97-AF65-F5344CB8AC3E}">
        <p14:creationId xmlns:p14="http://schemas.microsoft.com/office/powerpoint/2010/main" val="810551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1D5582-E42E-300F-C054-30D8D86766E8}"/>
              </a:ext>
            </a:extLst>
          </p:cNvPr>
          <p:cNvSpPr>
            <a:spLocks noGrp="1"/>
          </p:cNvSpPr>
          <p:nvPr>
            <p:ph type="dt" sz="half" idx="10"/>
          </p:nvPr>
        </p:nvSpPr>
        <p:spPr/>
        <p:txBody>
          <a:bodyPr/>
          <a:lstStyle/>
          <a:p>
            <a:fld id="{D42283BE-5344-40C4-9B1A-11DB367752FC}" type="datetimeFigureOut">
              <a:rPr lang="en-CA" smtClean="0"/>
              <a:t>2024-02-15</a:t>
            </a:fld>
            <a:endParaRPr lang="en-CA"/>
          </a:p>
        </p:txBody>
      </p:sp>
      <p:sp>
        <p:nvSpPr>
          <p:cNvPr id="3" name="Footer Placeholder 2">
            <a:extLst>
              <a:ext uri="{FF2B5EF4-FFF2-40B4-BE49-F238E27FC236}">
                <a16:creationId xmlns:a16="http://schemas.microsoft.com/office/drawing/2014/main" id="{CB6DB6BF-EC92-D99F-1E51-17192907B46E}"/>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58EBADE9-A777-7A2F-AD36-1D5294C75265}"/>
              </a:ext>
            </a:extLst>
          </p:cNvPr>
          <p:cNvSpPr>
            <a:spLocks noGrp="1"/>
          </p:cNvSpPr>
          <p:nvPr>
            <p:ph type="sldNum" sz="quarter" idx="12"/>
          </p:nvPr>
        </p:nvSpPr>
        <p:spPr/>
        <p:txBody>
          <a:bodyPr/>
          <a:lstStyle/>
          <a:p>
            <a:fld id="{FCC0075D-8697-465B-B4A7-22A1B3BBED06}" type="slidenum">
              <a:rPr lang="en-CA" smtClean="0"/>
              <a:t>‹#›</a:t>
            </a:fld>
            <a:endParaRPr lang="en-CA"/>
          </a:p>
        </p:txBody>
      </p:sp>
    </p:spTree>
    <p:extLst>
      <p:ext uri="{BB962C8B-B14F-4D97-AF65-F5344CB8AC3E}">
        <p14:creationId xmlns:p14="http://schemas.microsoft.com/office/powerpoint/2010/main" val="808400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6CC-6D20-338E-58F9-79C293E19F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489FEE8F-E3CF-899B-4FA4-BC7964E73A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7C2B11BB-94DD-4218-521D-D59D2D4171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F4F351-E618-A58B-D97B-1FC46BFAC406}"/>
              </a:ext>
            </a:extLst>
          </p:cNvPr>
          <p:cNvSpPr>
            <a:spLocks noGrp="1"/>
          </p:cNvSpPr>
          <p:nvPr>
            <p:ph type="dt" sz="half" idx="10"/>
          </p:nvPr>
        </p:nvSpPr>
        <p:spPr/>
        <p:txBody>
          <a:bodyPr/>
          <a:lstStyle/>
          <a:p>
            <a:fld id="{D42283BE-5344-40C4-9B1A-11DB367752FC}" type="datetimeFigureOut">
              <a:rPr lang="en-CA" smtClean="0"/>
              <a:t>2024-02-15</a:t>
            </a:fld>
            <a:endParaRPr lang="en-CA"/>
          </a:p>
        </p:txBody>
      </p:sp>
      <p:sp>
        <p:nvSpPr>
          <p:cNvPr id="6" name="Footer Placeholder 5">
            <a:extLst>
              <a:ext uri="{FF2B5EF4-FFF2-40B4-BE49-F238E27FC236}">
                <a16:creationId xmlns:a16="http://schemas.microsoft.com/office/drawing/2014/main" id="{CA5E400B-0FA6-291E-1444-30368977A34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243ABDF-817C-7FA8-E09B-1DD01F8D5C84}"/>
              </a:ext>
            </a:extLst>
          </p:cNvPr>
          <p:cNvSpPr>
            <a:spLocks noGrp="1"/>
          </p:cNvSpPr>
          <p:nvPr>
            <p:ph type="sldNum" sz="quarter" idx="12"/>
          </p:nvPr>
        </p:nvSpPr>
        <p:spPr/>
        <p:txBody>
          <a:bodyPr/>
          <a:lstStyle/>
          <a:p>
            <a:fld id="{FCC0075D-8697-465B-B4A7-22A1B3BBED06}" type="slidenum">
              <a:rPr lang="en-CA" smtClean="0"/>
              <a:t>‹#›</a:t>
            </a:fld>
            <a:endParaRPr lang="en-CA"/>
          </a:p>
        </p:txBody>
      </p:sp>
    </p:spTree>
    <p:extLst>
      <p:ext uri="{BB962C8B-B14F-4D97-AF65-F5344CB8AC3E}">
        <p14:creationId xmlns:p14="http://schemas.microsoft.com/office/powerpoint/2010/main" val="308435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A79E7-BC19-69C5-AADA-809B175681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31F8FDA8-E902-BF9F-CD56-195F73BB38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7865A390-BB49-C03B-94D0-DC1F9AF779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AC977C-107B-811A-B88D-B387716C82A2}"/>
              </a:ext>
            </a:extLst>
          </p:cNvPr>
          <p:cNvSpPr>
            <a:spLocks noGrp="1"/>
          </p:cNvSpPr>
          <p:nvPr>
            <p:ph type="dt" sz="half" idx="10"/>
          </p:nvPr>
        </p:nvSpPr>
        <p:spPr/>
        <p:txBody>
          <a:bodyPr/>
          <a:lstStyle/>
          <a:p>
            <a:fld id="{D42283BE-5344-40C4-9B1A-11DB367752FC}" type="datetimeFigureOut">
              <a:rPr lang="en-CA" smtClean="0"/>
              <a:t>2024-02-15</a:t>
            </a:fld>
            <a:endParaRPr lang="en-CA"/>
          </a:p>
        </p:txBody>
      </p:sp>
      <p:sp>
        <p:nvSpPr>
          <p:cNvPr id="6" name="Footer Placeholder 5">
            <a:extLst>
              <a:ext uri="{FF2B5EF4-FFF2-40B4-BE49-F238E27FC236}">
                <a16:creationId xmlns:a16="http://schemas.microsoft.com/office/drawing/2014/main" id="{F274DF47-2054-36CC-225D-FECE5ED7D87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7722048-7B8E-2F13-AC52-9F378614AFCA}"/>
              </a:ext>
            </a:extLst>
          </p:cNvPr>
          <p:cNvSpPr>
            <a:spLocks noGrp="1"/>
          </p:cNvSpPr>
          <p:nvPr>
            <p:ph type="sldNum" sz="quarter" idx="12"/>
          </p:nvPr>
        </p:nvSpPr>
        <p:spPr/>
        <p:txBody>
          <a:bodyPr/>
          <a:lstStyle/>
          <a:p>
            <a:fld id="{FCC0075D-8697-465B-B4A7-22A1B3BBED06}" type="slidenum">
              <a:rPr lang="en-CA" smtClean="0"/>
              <a:t>‹#›</a:t>
            </a:fld>
            <a:endParaRPr lang="en-CA"/>
          </a:p>
        </p:txBody>
      </p:sp>
    </p:spTree>
    <p:extLst>
      <p:ext uri="{BB962C8B-B14F-4D97-AF65-F5344CB8AC3E}">
        <p14:creationId xmlns:p14="http://schemas.microsoft.com/office/powerpoint/2010/main" val="1376142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FE3A1-95F4-B7AE-C4B5-BD58EBFB5340}"/>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44F4576-103B-892C-1BA8-76745C0957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D188218-DACC-450C-B0B3-7868A17CC702}"/>
              </a:ext>
            </a:extLst>
          </p:cNvPr>
          <p:cNvSpPr>
            <a:spLocks noGrp="1"/>
          </p:cNvSpPr>
          <p:nvPr>
            <p:ph type="dt" sz="half" idx="10"/>
          </p:nvPr>
        </p:nvSpPr>
        <p:spPr/>
        <p:txBody>
          <a:bodyPr/>
          <a:lstStyle/>
          <a:p>
            <a:fld id="{D42283BE-5344-40C4-9B1A-11DB367752FC}" type="datetimeFigureOut">
              <a:rPr lang="en-CA" smtClean="0"/>
              <a:t>2024-02-15</a:t>
            </a:fld>
            <a:endParaRPr lang="en-CA"/>
          </a:p>
        </p:txBody>
      </p:sp>
      <p:sp>
        <p:nvSpPr>
          <p:cNvPr id="5" name="Footer Placeholder 4">
            <a:extLst>
              <a:ext uri="{FF2B5EF4-FFF2-40B4-BE49-F238E27FC236}">
                <a16:creationId xmlns:a16="http://schemas.microsoft.com/office/drawing/2014/main" id="{070C9BB6-3FC3-88F6-3FE3-33DFAC9BA5F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18844E5-F3F5-1886-21D0-3B4A3A1FA592}"/>
              </a:ext>
            </a:extLst>
          </p:cNvPr>
          <p:cNvSpPr>
            <a:spLocks noGrp="1"/>
          </p:cNvSpPr>
          <p:nvPr>
            <p:ph type="sldNum" sz="quarter" idx="12"/>
          </p:nvPr>
        </p:nvSpPr>
        <p:spPr/>
        <p:txBody>
          <a:bodyPr/>
          <a:lstStyle/>
          <a:p>
            <a:fld id="{FCC0075D-8697-465B-B4A7-22A1B3BBED06}" type="slidenum">
              <a:rPr lang="en-CA" smtClean="0"/>
              <a:t>‹#›</a:t>
            </a:fld>
            <a:endParaRPr lang="en-CA"/>
          </a:p>
        </p:txBody>
      </p:sp>
    </p:spTree>
    <p:extLst>
      <p:ext uri="{BB962C8B-B14F-4D97-AF65-F5344CB8AC3E}">
        <p14:creationId xmlns:p14="http://schemas.microsoft.com/office/powerpoint/2010/main" val="21193203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C6841D-B770-B508-8878-8AF044CC0D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D98E931-21A0-C6FE-2E1B-68D520A016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773C462-0819-69C4-7F47-840E2E8DDF09}"/>
              </a:ext>
            </a:extLst>
          </p:cNvPr>
          <p:cNvSpPr>
            <a:spLocks noGrp="1"/>
          </p:cNvSpPr>
          <p:nvPr>
            <p:ph type="dt" sz="half" idx="10"/>
          </p:nvPr>
        </p:nvSpPr>
        <p:spPr/>
        <p:txBody>
          <a:bodyPr/>
          <a:lstStyle/>
          <a:p>
            <a:fld id="{D42283BE-5344-40C4-9B1A-11DB367752FC}" type="datetimeFigureOut">
              <a:rPr lang="en-CA" smtClean="0"/>
              <a:t>2024-02-15</a:t>
            </a:fld>
            <a:endParaRPr lang="en-CA"/>
          </a:p>
        </p:txBody>
      </p:sp>
      <p:sp>
        <p:nvSpPr>
          <p:cNvPr id="5" name="Footer Placeholder 4">
            <a:extLst>
              <a:ext uri="{FF2B5EF4-FFF2-40B4-BE49-F238E27FC236}">
                <a16:creationId xmlns:a16="http://schemas.microsoft.com/office/drawing/2014/main" id="{9A1D03FD-1378-C067-E691-9ADE373610B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E4FF719-2DB9-F9B4-C94D-01F506A867E0}"/>
              </a:ext>
            </a:extLst>
          </p:cNvPr>
          <p:cNvSpPr>
            <a:spLocks noGrp="1"/>
          </p:cNvSpPr>
          <p:nvPr>
            <p:ph type="sldNum" sz="quarter" idx="12"/>
          </p:nvPr>
        </p:nvSpPr>
        <p:spPr/>
        <p:txBody>
          <a:bodyPr/>
          <a:lstStyle/>
          <a:p>
            <a:fld id="{FCC0075D-8697-465B-B4A7-22A1B3BBED06}" type="slidenum">
              <a:rPr lang="en-CA" smtClean="0"/>
              <a:t>‹#›</a:t>
            </a:fld>
            <a:endParaRPr lang="en-CA"/>
          </a:p>
        </p:txBody>
      </p:sp>
    </p:spTree>
    <p:extLst>
      <p:ext uri="{BB962C8B-B14F-4D97-AF65-F5344CB8AC3E}">
        <p14:creationId xmlns:p14="http://schemas.microsoft.com/office/powerpoint/2010/main" val="3535799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04C41B-F43F-A496-4DB3-2F3B652A63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C0BAB94-8B17-11FD-3B86-337DE9E908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9B06DD7-D1F0-EDB3-6468-3F9DC5E57C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2283BE-5344-40C4-9B1A-11DB367752FC}" type="datetimeFigureOut">
              <a:rPr lang="en-CA" smtClean="0"/>
              <a:t>2024-02-15</a:t>
            </a:fld>
            <a:endParaRPr lang="en-CA"/>
          </a:p>
        </p:txBody>
      </p:sp>
      <p:sp>
        <p:nvSpPr>
          <p:cNvPr id="5" name="Footer Placeholder 4">
            <a:extLst>
              <a:ext uri="{FF2B5EF4-FFF2-40B4-BE49-F238E27FC236}">
                <a16:creationId xmlns:a16="http://schemas.microsoft.com/office/drawing/2014/main" id="{47F1EEFA-BAD3-F8FF-599A-5FFDCFE613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ED681167-7E75-FDBD-05E9-B7D9290F32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C0075D-8697-465B-B4A7-22A1B3BBED06}" type="slidenum">
              <a:rPr lang="en-CA" smtClean="0"/>
              <a:t>‹#›</a:t>
            </a:fld>
            <a:endParaRPr lang="en-CA"/>
          </a:p>
        </p:txBody>
      </p:sp>
    </p:spTree>
    <p:extLst>
      <p:ext uri="{BB962C8B-B14F-4D97-AF65-F5344CB8AC3E}">
        <p14:creationId xmlns:p14="http://schemas.microsoft.com/office/powerpoint/2010/main" val="193675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hyperlink" Target="https://www.manastha.com/how-to-stop-procrastinatio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hyperlink" Target="https://waitbutwhy.com/2013/10/why-procrastinators-procrastinate.html" TargetMode="Externa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hyperlink" Target="https://www.google.com/url?sa=i&amp;url=https%3A%2F%2Fwaitbutwhy.com%2F2013%2F10%2Fwhy-procrastinators-procrastinate.html&amp;psig=AOvVaw3QoyKPHDdbBZQWxGH80QPd&amp;ust=1707703956687000&amp;source=images&amp;cd=vfe&amp;opi=89978449&amp;ved=0CBUQjhxqFwoTCMjXz4-booQDFQAAAAAdAAAAABAE" TargetMode="Externa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60000"/>
                <a:lumOff val="40000"/>
              </a:schemeClr>
            </a:gs>
            <a:gs pos="83000">
              <a:schemeClr val="accent1">
                <a:lumMod val="40000"/>
                <a:lumOff val="60000"/>
              </a:schemeClr>
            </a:gs>
            <a:gs pos="100000">
              <a:schemeClr val="bg1"/>
            </a:gs>
          </a:gsLst>
          <a:lin ang="5400000" scaled="1"/>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4288E2-19FA-7D8E-9698-EB3428C78118}"/>
              </a:ext>
            </a:extLst>
          </p:cNvPr>
          <p:cNvSpPr txBox="1"/>
          <p:nvPr/>
        </p:nvSpPr>
        <p:spPr>
          <a:xfrm>
            <a:off x="3798736" y="2290227"/>
            <a:ext cx="4594528" cy="1138773"/>
          </a:xfrm>
          <a:prstGeom prst="rect">
            <a:avLst/>
          </a:prstGeom>
          <a:noFill/>
        </p:spPr>
        <p:txBody>
          <a:bodyPr wrap="none" rtlCol="0">
            <a:spAutoFit/>
          </a:bodyPr>
          <a:lstStyle/>
          <a:p>
            <a:r>
              <a:rPr lang="en-CA" sz="4800" dirty="0">
                <a:solidFill>
                  <a:schemeClr val="bg1"/>
                </a:solidFill>
                <a:latin typeface="Aharoni" panose="02010803020104030203" pitchFamily="2" charset="-79"/>
                <a:cs typeface="Aharoni" panose="02010803020104030203" pitchFamily="2" charset="-79"/>
              </a:rPr>
              <a:t>Procrastination</a:t>
            </a:r>
          </a:p>
          <a:p>
            <a:pPr algn="ctr"/>
            <a:r>
              <a:rPr lang="en-CA" sz="2000" dirty="0">
                <a:solidFill>
                  <a:schemeClr val="bg1"/>
                </a:solidFill>
                <a:latin typeface="Aharoni" panose="02010803020104030203" pitchFamily="2" charset="-79"/>
                <a:cs typeface="Aharoni" panose="02010803020104030203" pitchFamily="2" charset="-79"/>
              </a:rPr>
              <a:t>By Arjun Subash</a:t>
            </a:r>
          </a:p>
        </p:txBody>
      </p:sp>
    </p:spTree>
    <p:extLst>
      <p:ext uri="{BB962C8B-B14F-4D97-AF65-F5344CB8AC3E}">
        <p14:creationId xmlns:p14="http://schemas.microsoft.com/office/powerpoint/2010/main" val="1301814240"/>
      </p:ext>
    </p:extLst>
  </p:cSld>
  <p:clrMapOvr>
    <a:masterClrMapping/>
  </p:clrMapOvr>
  <mc:AlternateContent xmlns:mc="http://schemas.openxmlformats.org/markup-compatibility/2006" xmlns:p14="http://schemas.microsoft.com/office/powerpoint/2010/main">
    <mc:Choice Requires="p14">
      <p:transition spd="med" p14:dur="700" advTm="48011">
        <p:fade/>
      </p:transition>
    </mc:Choice>
    <mc:Fallback xmlns="">
      <p:transition spd="med" advTm="4801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How to Stop Procrastination - Manastha">
            <a:extLst>
              <a:ext uri="{FF2B5EF4-FFF2-40B4-BE49-F238E27FC236}">
                <a16:creationId xmlns:a16="http://schemas.microsoft.com/office/drawing/2014/main" id="{A7883FEC-957F-DD0B-05CC-64BEF5C6FD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980" b="8065"/>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741724CA-FEE6-43A8-8DD2-57180AFD1047}"/>
              </a:ext>
            </a:extLst>
          </p:cNvPr>
          <p:cNvSpPr/>
          <p:nvPr/>
        </p:nvSpPr>
        <p:spPr>
          <a:xfrm>
            <a:off x="6729413" y="715661"/>
            <a:ext cx="2495550" cy="2495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6000" dirty="0"/>
              <a:t>20%</a:t>
            </a:r>
          </a:p>
          <a:p>
            <a:pPr algn="ctr"/>
            <a:r>
              <a:rPr lang="en-CA" dirty="0"/>
              <a:t>Of adults are chronic procrastinators</a:t>
            </a:r>
          </a:p>
        </p:txBody>
      </p:sp>
      <p:sp>
        <p:nvSpPr>
          <p:cNvPr id="4" name="Oval 3">
            <a:extLst>
              <a:ext uri="{FF2B5EF4-FFF2-40B4-BE49-F238E27FC236}">
                <a16:creationId xmlns:a16="http://schemas.microsoft.com/office/drawing/2014/main" id="{103081D8-CC9F-086F-87BC-B1908132C30E}"/>
              </a:ext>
            </a:extLst>
          </p:cNvPr>
          <p:cNvSpPr/>
          <p:nvPr/>
        </p:nvSpPr>
        <p:spPr>
          <a:xfrm>
            <a:off x="9153892" y="2368249"/>
            <a:ext cx="2495550" cy="2495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t>80~</a:t>
            </a:r>
          </a:p>
          <a:p>
            <a:pPr algn="ctr"/>
            <a:r>
              <a:rPr lang="en-CA" sz="6000" dirty="0"/>
              <a:t>95%</a:t>
            </a:r>
          </a:p>
          <a:p>
            <a:pPr algn="ctr"/>
            <a:r>
              <a:rPr lang="en-CA" dirty="0"/>
              <a:t>Of college students procrastinate</a:t>
            </a:r>
          </a:p>
        </p:txBody>
      </p:sp>
      <p:sp>
        <p:nvSpPr>
          <p:cNvPr id="5" name="Oval 4">
            <a:extLst>
              <a:ext uri="{FF2B5EF4-FFF2-40B4-BE49-F238E27FC236}">
                <a16:creationId xmlns:a16="http://schemas.microsoft.com/office/drawing/2014/main" id="{C532CFA6-795B-F81A-1386-72ADF6741B5F}"/>
              </a:ext>
            </a:extLst>
          </p:cNvPr>
          <p:cNvSpPr/>
          <p:nvPr/>
        </p:nvSpPr>
        <p:spPr>
          <a:xfrm>
            <a:off x="681038" y="3839861"/>
            <a:ext cx="2200275" cy="22002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b="1" dirty="0"/>
              <a:t>14-to-29-year-olds </a:t>
            </a:r>
            <a:r>
              <a:rPr lang="en-CA" dirty="0"/>
              <a:t>procrastinate the most</a:t>
            </a:r>
          </a:p>
        </p:txBody>
      </p:sp>
      <p:sp>
        <p:nvSpPr>
          <p:cNvPr id="7" name="TextBox 6">
            <a:extLst>
              <a:ext uri="{FF2B5EF4-FFF2-40B4-BE49-F238E27FC236}">
                <a16:creationId xmlns:a16="http://schemas.microsoft.com/office/drawing/2014/main" id="{F093702D-085A-44C2-D78D-3A44BF713D51}"/>
              </a:ext>
            </a:extLst>
          </p:cNvPr>
          <p:cNvSpPr txBox="1"/>
          <p:nvPr/>
        </p:nvSpPr>
        <p:spPr>
          <a:xfrm>
            <a:off x="0" y="6488668"/>
            <a:ext cx="1545616" cy="369332"/>
          </a:xfrm>
          <a:prstGeom prst="rect">
            <a:avLst/>
          </a:prstGeom>
          <a:noFill/>
        </p:spPr>
        <p:txBody>
          <a:bodyPr wrap="none" rtlCol="0">
            <a:spAutoFit/>
          </a:bodyPr>
          <a:lstStyle/>
          <a:p>
            <a:r>
              <a:rPr lang="en-US" dirty="0">
                <a:hlinkClick r:id="rId4"/>
              </a:rPr>
              <a:t>Image Source</a:t>
            </a:r>
            <a:endParaRPr lang="en-CA" dirty="0"/>
          </a:p>
        </p:txBody>
      </p:sp>
    </p:spTree>
    <p:extLst>
      <p:ext uri="{BB962C8B-B14F-4D97-AF65-F5344CB8AC3E}">
        <p14:creationId xmlns:p14="http://schemas.microsoft.com/office/powerpoint/2010/main" val="34748541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34750">
        <p15:prstTrans prst="prestige"/>
      </p:transition>
    </mc:Choice>
    <mc:Fallback xmlns="">
      <p:transition spd="slow" advTm="3475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6082"/>
        </a:solidFill>
        <a:effectLst/>
      </p:bgPr>
    </p:bg>
    <p:spTree>
      <p:nvGrpSpPr>
        <p:cNvPr id="1" name=""/>
        <p:cNvGrpSpPr/>
        <p:nvPr/>
      </p:nvGrpSpPr>
      <p:grpSpPr>
        <a:xfrm>
          <a:off x="0" y="0"/>
          <a:ext cx="0" cy="0"/>
          <a:chOff x="0" y="0"/>
          <a:chExt cx="0" cy="0"/>
        </a:xfrm>
      </p:grpSpPr>
      <p:pic>
        <p:nvPicPr>
          <p:cNvPr id="1026" name="Picture 2" descr="Why Wait? The Science Behind Procrastination – Association for  Psychological Science – APS">
            <a:extLst>
              <a:ext uri="{FF2B5EF4-FFF2-40B4-BE49-F238E27FC236}">
                <a16:creationId xmlns:a16="http://schemas.microsoft.com/office/drawing/2014/main" id="{0E4FCEE8-F2C5-58F6-1C7C-D49263C93EE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25000"/>
                    </a14:imgEffect>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0" y="-500063"/>
            <a:ext cx="12192000" cy="7858125"/>
          </a:xfrm>
          <a:prstGeom prst="rect">
            <a:avLst/>
          </a:prstGeom>
          <a:noFill/>
          <a:extLst>
            <a:ext uri="{909E8E84-426E-40DD-AFC4-6F175D3DCCD1}">
              <a14:hiddenFill xmlns:a14="http://schemas.microsoft.com/office/drawing/2010/main">
                <a:solidFill>
                  <a:srgbClr val="FFFFFF"/>
                </a:solidFill>
              </a14:hiddenFill>
            </a:ext>
          </a:extLst>
        </p:spPr>
      </p:pic>
      <p:grpSp>
        <p:nvGrpSpPr>
          <p:cNvPr id="52" name="Group 51">
            <a:extLst>
              <a:ext uri="{FF2B5EF4-FFF2-40B4-BE49-F238E27FC236}">
                <a16:creationId xmlns:a16="http://schemas.microsoft.com/office/drawing/2014/main" id="{24AF42C5-206A-18DD-E129-37618F34EC47}"/>
              </a:ext>
            </a:extLst>
          </p:cNvPr>
          <p:cNvGrpSpPr/>
          <p:nvPr/>
        </p:nvGrpSpPr>
        <p:grpSpPr>
          <a:xfrm>
            <a:off x="-823656" y="-124610"/>
            <a:ext cx="13711068" cy="6947912"/>
            <a:chOff x="-823656" y="-124610"/>
            <a:chExt cx="13711068" cy="6947912"/>
          </a:xfrm>
          <a:solidFill>
            <a:srgbClr val="156082">
              <a:alpha val="75000"/>
            </a:srgbClr>
          </a:solidFill>
        </p:grpSpPr>
        <p:sp>
          <p:nvSpPr>
            <p:cNvPr id="17" name="Rectangle: Rounded Corners 16">
              <a:extLst>
                <a:ext uri="{FF2B5EF4-FFF2-40B4-BE49-F238E27FC236}">
                  <a16:creationId xmlns:a16="http://schemas.microsoft.com/office/drawing/2014/main" id="{63729069-997D-181B-FD69-9A2A0DAA29F3}"/>
                </a:ext>
              </a:extLst>
            </p:cNvPr>
            <p:cNvSpPr/>
            <p:nvPr/>
          </p:nvSpPr>
          <p:spPr>
            <a:xfrm rot="18900000">
              <a:off x="96940" y="685193"/>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Rounded Corners 17">
              <a:extLst>
                <a:ext uri="{FF2B5EF4-FFF2-40B4-BE49-F238E27FC236}">
                  <a16:creationId xmlns:a16="http://schemas.microsoft.com/office/drawing/2014/main" id="{0F0538D2-BE7B-D6F3-1584-6D9BF7669EF3}"/>
                </a:ext>
              </a:extLst>
            </p:cNvPr>
            <p:cNvSpPr/>
            <p:nvPr/>
          </p:nvSpPr>
          <p:spPr>
            <a:xfrm rot="18900000">
              <a:off x="672643" y="692896"/>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Rounded Corners 18">
              <a:extLst>
                <a:ext uri="{FF2B5EF4-FFF2-40B4-BE49-F238E27FC236}">
                  <a16:creationId xmlns:a16="http://schemas.microsoft.com/office/drawing/2014/main" id="{95192012-C986-8CC8-3166-2A56CCC1EC54}"/>
                </a:ext>
              </a:extLst>
            </p:cNvPr>
            <p:cNvSpPr/>
            <p:nvPr/>
          </p:nvSpPr>
          <p:spPr>
            <a:xfrm rot="18900000">
              <a:off x="1030969" y="96876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Rounded Corners 19">
              <a:extLst>
                <a:ext uri="{FF2B5EF4-FFF2-40B4-BE49-F238E27FC236}">
                  <a16:creationId xmlns:a16="http://schemas.microsoft.com/office/drawing/2014/main" id="{08D3DE55-6E29-B527-2258-9680C041991C}"/>
                </a:ext>
              </a:extLst>
            </p:cNvPr>
            <p:cNvSpPr/>
            <p:nvPr/>
          </p:nvSpPr>
          <p:spPr>
            <a:xfrm rot="18900000">
              <a:off x="1778812" y="699913"/>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Rounded Corners 21">
              <a:extLst>
                <a:ext uri="{FF2B5EF4-FFF2-40B4-BE49-F238E27FC236}">
                  <a16:creationId xmlns:a16="http://schemas.microsoft.com/office/drawing/2014/main" id="{E158CE82-A495-0676-ADF7-0176072A3E80}"/>
                </a:ext>
              </a:extLst>
            </p:cNvPr>
            <p:cNvSpPr/>
            <p:nvPr/>
          </p:nvSpPr>
          <p:spPr>
            <a:xfrm rot="18900000">
              <a:off x="2041896" y="103088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Rectangle: Rounded Corners 23">
              <a:extLst>
                <a:ext uri="{FF2B5EF4-FFF2-40B4-BE49-F238E27FC236}">
                  <a16:creationId xmlns:a16="http://schemas.microsoft.com/office/drawing/2014/main" id="{5B6A06A6-B3CC-ED01-9E89-09A97798CF2E}"/>
                </a:ext>
              </a:extLst>
            </p:cNvPr>
            <p:cNvSpPr/>
            <p:nvPr/>
          </p:nvSpPr>
          <p:spPr>
            <a:xfrm rot="18900000">
              <a:off x="2956906" y="648730"/>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Rectangle: Rounded Corners 25">
              <a:extLst>
                <a:ext uri="{FF2B5EF4-FFF2-40B4-BE49-F238E27FC236}">
                  <a16:creationId xmlns:a16="http://schemas.microsoft.com/office/drawing/2014/main" id="{75902CD0-04A5-7E6B-701F-126B231D108C}"/>
                </a:ext>
              </a:extLst>
            </p:cNvPr>
            <p:cNvSpPr/>
            <p:nvPr/>
          </p:nvSpPr>
          <p:spPr>
            <a:xfrm rot="18900000">
              <a:off x="3532609" y="679775"/>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8" name="Rectangle: Rounded Corners 27">
              <a:extLst>
                <a:ext uri="{FF2B5EF4-FFF2-40B4-BE49-F238E27FC236}">
                  <a16:creationId xmlns:a16="http://schemas.microsoft.com/office/drawing/2014/main" id="{83708E88-1A56-1E9D-130A-4C8E3CEBF9CC}"/>
                </a:ext>
              </a:extLst>
            </p:cNvPr>
            <p:cNvSpPr/>
            <p:nvPr/>
          </p:nvSpPr>
          <p:spPr>
            <a:xfrm rot="18900000">
              <a:off x="3712421" y="104208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Rectangle: Rounded Corners 28">
              <a:extLst>
                <a:ext uri="{FF2B5EF4-FFF2-40B4-BE49-F238E27FC236}">
                  <a16:creationId xmlns:a16="http://schemas.microsoft.com/office/drawing/2014/main" id="{98CEE27B-C764-46CD-2706-21BC462BDD3B}"/>
                </a:ext>
              </a:extLst>
            </p:cNvPr>
            <p:cNvSpPr/>
            <p:nvPr/>
          </p:nvSpPr>
          <p:spPr>
            <a:xfrm rot="18900000">
              <a:off x="4460264" y="791348"/>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Rectangle: Rounded Corners 29">
              <a:extLst>
                <a:ext uri="{FF2B5EF4-FFF2-40B4-BE49-F238E27FC236}">
                  <a16:creationId xmlns:a16="http://schemas.microsoft.com/office/drawing/2014/main" id="{BCA3C188-7FAF-4B76-068D-990E742DE194}"/>
                </a:ext>
              </a:extLst>
            </p:cNvPr>
            <p:cNvSpPr/>
            <p:nvPr/>
          </p:nvSpPr>
          <p:spPr>
            <a:xfrm rot="18900000">
              <a:off x="4824964" y="86477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Rectangle: Rounded Corners 30">
              <a:extLst>
                <a:ext uri="{FF2B5EF4-FFF2-40B4-BE49-F238E27FC236}">
                  <a16:creationId xmlns:a16="http://schemas.microsoft.com/office/drawing/2014/main" id="{F1112862-9F7A-B4FE-106A-BCBD21BB4B7D}"/>
                </a:ext>
              </a:extLst>
            </p:cNvPr>
            <p:cNvSpPr/>
            <p:nvPr/>
          </p:nvSpPr>
          <p:spPr>
            <a:xfrm rot="18900000">
              <a:off x="5426226" y="736586"/>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Rectangle: Rounded Corners 31">
              <a:extLst>
                <a:ext uri="{FF2B5EF4-FFF2-40B4-BE49-F238E27FC236}">
                  <a16:creationId xmlns:a16="http://schemas.microsoft.com/office/drawing/2014/main" id="{4BF4BCA2-EEC4-ACEC-60F2-6DC7DFF654DF}"/>
                </a:ext>
              </a:extLst>
            </p:cNvPr>
            <p:cNvSpPr/>
            <p:nvPr/>
          </p:nvSpPr>
          <p:spPr>
            <a:xfrm rot="18900000">
              <a:off x="5939013" y="72815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Rectangle: Rounded Corners 32">
              <a:extLst>
                <a:ext uri="{FF2B5EF4-FFF2-40B4-BE49-F238E27FC236}">
                  <a16:creationId xmlns:a16="http://schemas.microsoft.com/office/drawing/2014/main" id="{A0BE9F33-DFF1-3BF4-A4AF-FD79DC90E541}"/>
                </a:ext>
              </a:extLst>
            </p:cNvPr>
            <p:cNvSpPr/>
            <p:nvPr/>
          </p:nvSpPr>
          <p:spPr>
            <a:xfrm rot="18900000">
              <a:off x="6293313" y="791347"/>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Rectangle: Rounded Corners 33">
              <a:extLst>
                <a:ext uri="{FF2B5EF4-FFF2-40B4-BE49-F238E27FC236}">
                  <a16:creationId xmlns:a16="http://schemas.microsoft.com/office/drawing/2014/main" id="{B7E3E85F-FBCA-6182-870D-59F5DBA2061F}"/>
                </a:ext>
              </a:extLst>
            </p:cNvPr>
            <p:cNvSpPr/>
            <p:nvPr/>
          </p:nvSpPr>
          <p:spPr>
            <a:xfrm rot="18900000">
              <a:off x="-794007" y="250785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Rectangle: Rounded Corners 34">
              <a:extLst>
                <a:ext uri="{FF2B5EF4-FFF2-40B4-BE49-F238E27FC236}">
                  <a16:creationId xmlns:a16="http://schemas.microsoft.com/office/drawing/2014/main" id="{4FD426A4-E79C-FE25-2F55-A309765DF8FF}"/>
                </a:ext>
              </a:extLst>
            </p:cNvPr>
            <p:cNvSpPr/>
            <p:nvPr/>
          </p:nvSpPr>
          <p:spPr>
            <a:xfrm rot="18900000">
              <a:off x="-823656" y="431102"/>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6" name="Rectangle: Rounded Corners 35">
              <a:extLst>
                <a:ext uri="{FF2B5EF4-FFF2-40B4-BE49-F238E27FC236}">
                  <a16:creationId xmlns:a16="http://schemas.microsoft.com/office/drawing/2014/main" id="{5DE6B67E-E466-2F64-CA27-C69DBA908E9C}"/>
                </a:ext>
              </a:extLst>
            </p:cNvPr>
            <p:cNvSpPr/>
            <p:nvPr/>
          </p:nvSpPr>
          <p:spPr>
            <a:xfrm rot="18900000">
              <a:off x="-534583" y="4393704"/>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7" name="Rectangle: Rounded Corners 36">
              <a:extLst>
                <a:ext uri="{FF2B5EF4-FFF2-40B4-BE49-F238E27FC236}">
                  <a16:creationId xmlns:a16="http://schemas.microsoft.com/office/drawing/2014/main" id="{9E6934CC-142D-E3AE-E96F-07D51E770553}"/>
                </a:ext>
              </a:extLst>
            </p:cNvPr>
            <p:cNvSpPr/>
            <p:nvPr/>
          </p:nvSpPr>
          <p:spPr>
            <a:xfrm rot="18900000">
              <a:off x="184253" y="5164595"/>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Rectangle: Rounded Corners 37">
              <a:extLst>
                <a:ext uri="{FF2B5EF4-FFF2-40B4-BE49-F238E27FC236}">
                  <a16:creationId xmlns:a16="http://schemas.microsoft.com/office/drawing/2014/main" id="{9C4367D2-CAAB-099E-CA54-F6988D526A8A}"/>
                </a:ext>
              </a:extLst>
            </p:cNvPr>
            <p:cNvSpPr/>
            <p:nvPr/>
          </p:nvSpPr>
          <p:spPr>
            <a:xfrm rot="18900000">
              <a:off x="1003739" y="6342224"/>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Rectangle: Rounded Corners 38">
              <a:extLst>
                <a:ext uri="{FF2B5EF4-FFF2-40B4-BE49-F238E27FC236}">
                  <a16:creationId xmlns:a16="http://schemas.microsoft.com/office/drawing/2014/main" id="{C7FF5D7C-1918-1F9C-D369-F06E8B194C9B}"/>
                </a:ext>
              </a:extLst>
            </p:cNvPr>
            <p:cNvSpPr/>
            <p:nvPr/>
          </p:nvSpPr>
          <p:spPr>
            <a:xfrm rot="18900000">
              <a:off x="3732794" y="5714633"/>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0" name="Rectangle: Rounded Corners 39">
              <a:extLst>
                <a:ext uri="{FF2B5EF4-FFF2-40B4-BE49-F238E27FC236}">
                  <a16:creationId xmlns:a16="http://schemas.microsoft.com/office/drawing/2014/main" id="{8FA5D1F5-AAE7-BEF4-4F51-7D02B0809EA5}"/>
                </a:ext>
              </a:extLst>
            </p:cNvPr>
            <p:cNvSpPr/>
            <p:nvPr/>
          </p:nvSpPr>
          <p:spPr>
            <a:xfrm rot="18900000">
              <a:off x="4995168" y="6359710"/>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1" name="Rectangle: Rounded Corners 40">
              <a:extLst>
                <a:ext uri="{FF2B5EF4-FFF2-40B4-BE49-F238E27FC236}">
                  <a16:creationId xmlns:a16="http://schemas.microsoft.com/office/drawing/2014/main" id="{40766098-D527-F965-1DE8-B2316C81C4A0}"/>
                </a:ext>
              </a:extLst>
            </p:cNvPr>
            <p:cNvSpPr/>
            <p:nvPr/>
          </p:nvSpPr>
          <p:spPr>
            <a:xfrm rot="18900000">
              <a:off x="5222433" y="3677767"/>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2" name="Rectangle: Rounded Corners 41">
              <a:extLst>
                <a:ext uri="{FF2B5EF4-FFF2-40B4-BE49-F238E27FC236}">
                  <a16:creationId xmlns:a16="http://schemas.microsoft.com/office/drawing/2014/main" id="{732CF424-B2C4-DBBF-B50F-22B62D9C2D3B}"/>
                </a:ext>
              </a:extLst>
            </p:cNvPr>
            <p:cNvSpPr/>
            <p:nvPr/>
          </p:nvSpPr>
          <p:spPr>
            <a:xfrm rot="18900000">
              <a:off x="5066217" y="2335407"/>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3" name="Rectangle: Rounded Corners 42">
              <a:extLst>
                <a:ext uri="{FF2B5EF4-FFF2-40B4-BE49-F238E27FC236}">
                  <a16:creationId xmlns:a16="http://schemas.microsoft.com/office/drawing/2014/main" id="{9CCBC0E1-4E18-087A-6005-C558CAD4D38E}"/>
                </a:ext>
              </a:extLst>
            </p:cNvPr>
            <p:cNvSpPr/>
            <p:nvPr/>
          </p:nvSpPr>
          <p:spPr>
            <a:xfrm rot="18900000">
              <a:off x="8336477" y="-124610"/>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4" name="Rectangle: Rounded Corners 43">
              <a:extLst>
                <a:ext uri="{FF2B5EF4-FFF2-40B4-BE49-F238E27FC236}">
                  <a16:creationId xmlns:a16="http://schemas.microsoft.com/office/drawing/2014/main" id="{41FA73B6-71BA-659C-C3CE-4AF513B167C8}"/>
                </a:ext>
              </a:extLst>
            </p:cNvPr>
            <p:cNvSpPr/>
            <p:nvPr/>
          </p:nvSpPr>
          <p:spPr>
            <a:xfrm rot="18900000">
              <a:off x="8017260" y="129802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5" name="Rectangle: Rounded Corners 44">
              <a:extLst>
                <a:ext uri="{FF2B5EF4-FFF2-40B4-BE49-F238E27FC236}">
                  <a16:creationId xmlns:a16="http://schemas.microsoft.com/office/drawing/2014/main" id="{43875007-702F-6710-BD91-B6DFA3E99A26}"/>
                </a:ext>
              </a:extLst>
            </p:cNvPr>
            <p:cNvSpPr/>
            <p:nvPr/>
          </p:nvSpPr>
          <p:spPr>
            <a:xfrm rot="18900000">
              <a:off x="10305912" y="114856"/>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6" name="Rectangle: Rounded Corners 45">
              <a:extLst>
                <a:ext uri="{FF2B5EF4-FFF2-40B4-BE49-F238E27FC236}">
                  <a16:creationId xmlns:a16="http://schemas.microsoft.com/office/drawing/2014/main" id="{258481EA-6723-A6C7-062B-1AE20ACEF545}"/>
                </a:ext>
              </a:extLst>
            </p:cNvPr>
            <p:cNvSpPr/>
            <p:nvPr/>
          </p:nvSpPr>
          <p:spPr>
            <a:xfrm rot="18900000">
              <a:off x="10024293" y="182676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7" name="Rectangle: Rounded Corners 46">
              <a:extLst>
                <a:ext uri="{FF2B5EF4-FFF2-40B4-BE49-F238E27FC236}">
                  <a16:creationId xmlns:a16="http://schemas.microsoft.com/office/drawing/2014/main" id="{3C51454C-B92E-ECEB-267E-91B482468C72}"/>
                </a:ext>
              </a:extLst>
            </p:cNvPr>
            <p:cNvSpPr/>
            <p:nvPr/>
          </p:nvSpPr>
          <p:spPr>
            <a:xfrm rot="18900000">
              <a:off x="10935757" y="2587282"/>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8" name="Rectangle: Rounded Corners 47">
              <a:extLst>
                <a:ext uri="{FF2B5EF4-FFF2-40B4-BE49-F238E27FC236}">
                  <a16:creationId xmlns:a16="http://schemas.microsoft.com/office/drawing/2014/main" id="{A15BFBD5-5B6F-EACE-44EC-382CDF67EE2D}"/>
                </a:ext>
              </a:extLst>
            </p:cNvPr>
            <p:cNvSpPr/>
            <p:nvPr/>
          </p:nvSpPr>
          <p:spPr>
            <a:xfrm rot="18900000">
              <a:off x="10109414" y="4685265"/>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9" name="Rectangle: Rounded Corners 48">
              <a:extLst>
                <a:ext uri="{FF2B5EF4-FFF2-40B4-BE49-F238E27FC236}">
                  <a16:creationId xmlns:a16="http://schemas.microsoft.com/office/drawing/2014/main" id="{56AA4CA3-E941-8383-9BD9-7B60B5463F6E}"/>
                </a:ext>
              </a:extLst>
            </p:cNvPr>
            <p:cNvSpPr/>
            <p:nvPr/>
          </p:nvSpPr>
          <p:spPr>
            <a:xfrm rot="18900000">
              <a:off x="10956128" y="5703530"/>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0" name="Rectangle: Rounded Corners 49">
              <a:extLst>
                <a:ext uri="{FF2B5EF4-FFF2-40B4-BE49-F238E27FC236}">
                  <a16:creationId xmlns:a16="http://schemas.microsoft.com/office/drawing/2014/main" id="{E43E8E12-C0C6-9D0B-569A-8200658F8915}"/>
                </a:ext>
              </a:extLst>
            </p:cNvPr>
            <p:cNvSpPr/>
            <p:nvPr/>
          </p:nvSpPr>
          <p:spPr>
            <a:xfrm rot="18900000">
              <a:off x="7164441" y="5757478"/>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1" name="Rectangle: Rounded Corners 50">
              <a:extLst>
                <a:ext uri="{FF2B5EF4-FFF2-40B4-BE49-F238E27FC236}">
                  <a16:creationId xmlns:a16="http://schemas.microsoft.com/office/drawing/2014/main" id="{A61C0C9E-2C11-A22F-E9EB-6E4554CFC3C8}"/>
                </a:ext>
              </a:extLst>
            </p:cNvPr>
            <p:cNvSpPr/>
            <p:nvPr/>
          </p:nvSpPr>
          <p:spPr>
            <a:xfrm rot="18900000">
              <a:off x="8939369" y="6357194"/>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1048" name="Rectangle: Rounded Corners 1047">
            <a:extLst>
              <a:ext uri="{FF2B5EF4-FFF2-40B4-BE49-F238E27FC236}">
                <a16:creationId xmlns:a16="http://schemas.microsoft.com/office/drawing/2014/main" id="{A24D6FE5-67D5-AB63-E18B-F81F998CC7B5}"/>
              </a:ext>
            </a:extLst>
          </p:cNvPr>
          <p:cNvSpPr/>
          <p:nvPr/>
        </p:nvSpPr>
        <p:spPr>
          <a:xfrm rot="21310280">
            <a:off x="6191768" y="2316588"/>
            <a:ext cx="5160962" cy="3895266"/>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9" name="Rectangle: Rounded Corners 1048">
            <a:extLst>
              <a:ext uri="{FF2B5EF4-FFF2-40B4-BE49-F238E27FC236}">
                <a16:creationId xmlns:a16="http://schemas.microsoft.com/office/drawing/2014/main" id="{5EFB89E0-4AB5-A9A4-19E7-C06CA2C9F52A}"/>
              </a:ext>
            </a:extLst>
          </p:cNvPr>
          <p:cNvSpPr/>
          <p:nvPr/>
        </p:nvSpPr>
        <p:spPr>
          <a:xfrm>
            <a:off x="6193625" y="2316589"/>
            <a:ext cx="5160962" cy="3895265"/>
          </a:xfrm>
          <a:prstGeom prst="roundRect">
            <a:avLst/>
          </a:prstGeom>
          <a:solidFill>
            <a:srgbClr val="FBFC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Rounded Corners 10">
            <a:extLst>
              <a:ext uri="{FF2B5EF4-FFF2-40B4-BE49-F238E27FC236}">
                <a16:creationId xmlns:a16="http://schemas.microsoft.com/office/drawing/2014/main" id="{CFAE721D-D7D0-B3DE-32D4-30A914504FBD}"/>
              </a:ext>
            </a:extLst>
          </p:cNvPr>
          <p:cNvSpPr/>
          <p:nvPr/>
        </p:nvSpPr>
        <p:spPr>
          <a:xfrm rot="21310280">
            <a:off x="834755" y="2294396"/>
            <a:ext cx="5160962" cy="3895266"/>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Rounded Corners 11">
            <a:extLst>
              <a:ext uri="{FF2B5EF4-FFF2-40B4-BE49-F238E27FC236}">
                <a16:creationId xmlns:a16="http://schemas.microsoft.com/office/drawing/2014/main" id="{3E18241F-7159-56FE-B594-6B288CC93D12}"/>
              </a:ext>
            </a:extLst>
          </p:cNvPr>
          <p:cNvSpPr/>
          <p:nvPr/>
        </p:nvSpPr>
        <p:spPr>
          <a:xfrm>
            <a:off x="836612" y="2294397"/>
            <a:ext cx="5160962" cy="3895265"/>
          </a:xfrm>
          <a:prstGeom prst="roundRect">
            <a:avLst/>
          </a:prstGeom>
          <a:solidFill>
            <a:srgbClr val="FBFC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Rounded Corners 9">
            <a:extLst>
              <a:ext uri="{FF2B5EF4-FFF2-40B4-BE49-F238E27FC236}">
                <a16:creationId xmlns:a16="http://schemas.microsoft.com/office/drawing/2014/main" id="{BC106FBF-8091-5827-F6C8-0543ED0A151D}"/>
              </a:ext>
            </a:extLst>
          </p:cNvPr>
          <p:cNvSpPr/>
          <p:nvPr/>
        </p:nvSpPr>
        <p:spPr>
          <a:xfrm>
            <a:off x="7017544" y="1681163"/>
            <a:ext cx="3492500" cy="770467"/>
          </a:xfrm>
          <a:prstGeom prst="roundRect">
            <a:avLst/>
          </a:prstGeom>
          <a:solidFill>
            <a:srgbClr val="FBFC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Rounded Corners 6">
            <a:extLst>
              <a:ext uri="{FF2B5EF4-FFF2-40B4-BE49-F238E27FC236}">
                <a16:creationId xmlns:a16="http://schemas.microsoft.com/office/drawing/2014/main" id="{21154C71-BC81-28B6-DC45-FB125B3E07AE}"/>
              </a:ext>
            </a:extLst>
          </p:cNvPr>
          <p:cNvSpPr/>
          <p:nvPr/>
        </p:nvSpPr>
        <p:spPr>
          <a:xfrm>
            <a:off x="1672431" y="1681163"/>
            <a:ext cx="3492500" cy="770467"/>
          </a:xfrm>
          <a:prstGeom prst="roundRect">
            <a:avLst/>
          </a:prstGeom>
          <a:solidFill>
            <a:srgbClr val="FBFC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33C77155-0D02-DEB1-F46D-D172778063D4}"/>
              </a:ext>
            </a:extLst>
          </p:cNvPr>
          <p:cNvSpPr>
            <a:spLocks noGrp="1"/>
          </p:cNvSpPr>
          <p:nvPr>
            <p:ph type="title"/>
          </p:nvPr>
        </p:nvSpPr>
        <p:spPr/>
        <p:txBody>
          <a:bodyPr/>
          <a:lstStyle/>
          <a:p>
            <a:r>
              <a:rPr lang="en-CA" dirty="0">
                <a:solidFill>
                  <a:schemeClr val="bg1"/>
                </a:solidFill>
                <a:latin typeface="Aharoni" panose="02010803020104030203" pitchFamily="2" charset="-79"/>
                <a:cs typeface="Aharoni" panose="02010803020104030203" pitchFamily="2" charset="-79"/>
              </a:rPr>
              <a:t>Types of Procrastination</a:t>
            </a:r>
          </a:p>
        </p:txBody>
      </p:sp>
      <p:sp>
        <p:nvSpPr>
          <p:cNvPr id="3" name="Text Placeholder 2">
            <a:extLst>
              <a:ext uri="{FF2B5EF4-FFF2-40B4-BE49-F238E27FC236}">
                <a16:creationId xmlns:a16="http://schemas.microsoft.com/office/drawing/2014/main" id="{84C80E96-DBB2-2095-BBD2-8E594A1B4622}"/>
              </a:ext>
            </a:extLst>
          </p:cNvPr>
          <p:cNvSpPr>
            <a:spLocks noGrp="1"/>
          </p:cNvSpPr>
          <p:nvPr>
            <p:ph type="body" idx="1"/>
          </p:nvPr>
        </p:nvSpPr>
        <p:spPr/>
        <p:txBody>
          <a:bodyPr anchor="ctr"/>
          <a:lstStyle/>
          <a:p>
            <a:pPr algn="ctr"/>
            <a:r>
              <a:rPr lang="en-CA"/>
              <a:t>Active procrastination</a:t>
            </a:r>
            <a:endParaRPr lang="en-CA" dirty="0"/>
          </a:p>
        </p:txBody>
      </p:sp>
      <p:sp>
        <p:nvSpPr>
          <p:cNvPr id="4" name="Content Placeholder 3">
            <a:extLst>
              <a:ext uri="{FF2B5EF4-FFF2-40B4-BE49-F238E27FC236}">
                <a16:creationId xmlns:a16="http://schemas.microsoft.com/office/drawing/2014/main" id="{FCF21FBC-E834-557F-6F0E-F23437E322FD}"/>
              </a:ext>
            </a:extLst>
          </p:cNvPr>
          <p:cNvSpPr>
            <a:spLocks noGrp="1"/>
          </p:cNvSpPr>
          <p:nvPr>
            <p:ph sz="half" idx="2"/>
          </p:nvPr>
        </p:nvSpPr>
        <p:spPr/>
        <p:txBody>
          <a:bodyPr/>
          <a:lstStyle/>
          <a:p>
            <a:r>
              <a:rPr lang="en-CA"/>
              <a:t>Intentional, Deliberate</a:t>
            </a:r>
          </a:p>
          <a:p>
            <a:r>
              <a:rPr lang="en-CA"/>
              <a:t>Work more efficiently under pressure</a:t>
            </a:r>
          </a:p>
          <a:p>
            <a:r>
              <a:rPr lang="en-CA"/>
              <a:t>Know that you can finish it on time</a:t>
            </a:r>
          </a:p>
          <a:p>
            <a:r>
              <a:rPr lang="en-CA"/>
              <a:t>Might be beneficial</a:t>
            </a:r>
            <a:endParaRPr lang="en-CA" dirty="0"/>
          </a:p>
        </p:txBody>
      </p:sp>
      <p:sp>
        <p:nvSpPr>
          <p:cNvPr id="5" name="Text Placeholder 4">
            <a:extLst>
              <a:ext uri="{FF2B5EF4-FFF2-40B4-BE49-F238E27FC236}">
                <a16:creationId xmlns:a16="http://schemas.microsoft.com/office/drawing/2014/main" id="{D5E2F667-6543-2F07-D456-535BB7AD7403}"/>
              </a:ext>
            </a:extLst>
          </p:cNvPr>
          <p:cNvSpPr>
            <a:spLocks noGrp="1"/>
          </p:cNvSpPr>
          <p:nvPr>
            <p:ph type="body" sz="quarter" idx="3"/>
          </p:nvPr>
        </p:nvSpPr>
        <p:spPr/>
        <p:txBody>
          <a:bodyPr anchor="ctr"/>
          <a:lstStyle/>
          <a:p>
            <a:pPr algn="ctr"/>
            <a:r>
              <a:rPr lang="en-CA"/>
              <a:t>Passive procrastination</a:t>
            </a:r>
            <a:endParaRPr lang="en-CA" dirty="0"/>
          </a:p>
        </p:txBody>
      </p:sp>
      <p:sp>
        <p:nvSpPr>
          <p:cNvPr id="6" name="Content Placeholder 5">
            <a:extLst>
              <a:ext uri="{FF2B5EF4-FFF2-40B4-BE49-F238E27FC236}">
                <a16:creationId xmlns:a16="http://schemas.microsoft.com/office/drawing/2014/main" id="{BA11A3A0-4001-487B-539D-66F4CBC1B840}"/>
              </a:ext>
            </a:extLst>
          </p:cNvPr>
          <p:cNvSpPr>
            <a:spLocks noGrp="1"/>
          </p:cNvSpPr>
          <p:nvPr>
            <p:ph sz="quarter" idx="4"/>
          </p:nvPr>
        </p:nvSpPr>
        <p:spPr/>
        <p:txBody>
          <a:bodyPr/>
          <a:lstStyle/>
          <a:p>
            <a:r>
              <a:rPr lang="en-CA"/>
              <a:t>Unintentional</a:t>
            </a:r>
          </a:p>
          <a:p>
            <a:r>
              <a:rPr lang="en-CA"/>
              <a:t>“I’ll start tomorrow”</a:t>
            </a:r>
          </a:p>
          <a:p>
            <a:r>
              <a:rPr lang="en-CA"/>
              <a:t>Distracted by more enjoyable activities</a:t>
            </a:r>
          </a:p>
          <a:p>
            <a:r>
              <a:rPr lang="en-CA" b="1"/>
              <a:t>Temporary</a:t>
            </a:r>
            <a:r>
              <a:rPr lang="en-CA"/>
              <a:t> stress/anxiety relief</a:t>
            </a:r>
          </a:p>
          <a:p>
            <a:r>
              <a:rPr lang="en-CA"/>
              <a:t>Negative impact on performance</a:t>
            </a:r>
            <a:endParaRPr lang="en-CA" dirty="0"/>
          </a:p>
        </p:txBody>
      </p:sp>
      <p:sp>
        <p:nvSpPr>
          <p:cNvPr id="54" name="TextBox 53">
            <a:extLst>
              <a:ext uri="{FF2B5EF4-FFF2-40B4-BE49-F238E27FC236}">
                <a16:creationId xmlns:a16="http://schemas.microsoft.com/office/drawing/2014/main" id="{9A4C9FE6-15E4-796F-049C-80F7C5763D93}"/>
              </a:ext>
            </a:extLst>
          </p:cNvPr>
          <p:cNvSpPr txBox="1"/>
          <p:nvPr/>
        </p:nvSpPr>
        <p:spPr>
          <a:xfrm>
            <a:off x="0" y="6488668"/>
            <a:ext cx="1577133" cy="369332"/>
          </a:xfrm>
          <a:prstGeom prst="rect">
            <a:avLst/>
          </a:prstGeom>
          <a:noFill/>
        </p:spPr>
        <p:txBody>
          <a:bodyPr wrap="square" rtlCol="0">
            <a:spAutoFit/>
          </a:bodyPr>
          <a:lstStyle/>
          <a:p>
            <a:r>
              <a:rPr lang="en-CA" dirty="0">
                <a:hlinkClick r:id="rId5"/>
              </a:rPr>
              <a:t>Image Source</a:t>
            </a:r>
            <a:endParaRPr lang="en-CA" dirty="0"/>
          </a:p>
        </p:txBody>
      </p:sp>
    </p:spTree>
    <p:extLst>
      <p:ext uri="{BB962C8B-B14F-4D97-AF65-F5344CB8AC3E}">
        <p14:creationId xmlns:p14="http://schemas.microsoft.com/office/powerpoint/2010/main" val="2270087755"/>
      </p:ext>
    </p:extLst>
  </p:cSld>
  <p:clrMapOvr>
    <a:masterClrMapping/>
  </p:clrMapOvr>
  <mc:AlternateContent xmlns:mc="http://schemas.openxmlformats.org/markup-compatibility/2006" xmlns:p14="http://schemas.microsoft.com/office/powerpoint/2010/main">
    <mc:Choice Requires="p14">
      <p:transition spd="med" advTm="80331">
        <p14:switch dir="l"/>
      </p:transition>
    </mc:Choice>
    <mc:Fallback xmlns="">
      <p:transition spd="med" advTm="8033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868069-01DE-E082-0972-D55023040E0F}"/>
              </a:ext>
            </a:extLst>
          </p:cNvPr>
          <p:cNvSpPr/>
          <p:nvPr/>
        </p:nvSpPr>
        <p:spPr>
          <a:xfrm>
            <a:off x="-8376" y="0"/>
            <a:ext cx="12200376" cy="6858000"/>
          </a:xfrm>
          <a:prstGeom prst="rect">
            <a:avLst/>
          </a:prstGeom>
          <a:solidFill>
            <a:schemeClr val="bg1">
              <a:lumMod val="95000"/>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5" name="Picture 4" descr="A diagram of a person driving a car&#10;&#10;Description automatically generated">
            <a:extLst>
              <a:ext uri="{FF2B5EF4-FFF2-40B4-BE49-F238E27FC236}">
                <a16:creationId xmlns:a16="http://schemas.microsoft.com/office/drawing/2014/main" id="{4CAEFD90-807F-17D7-32A1-198FF4A95559}"/>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33046" y="0"/>
            <a:ext cx="10125906" cy="6858000"/>
          </a:xfrm>
          <a:prstGeom prst="rect">
            <a:avLst/>
          </a:prstGeom>
        </p:spPr>
      </p:pic>
      <p:sp>
        <p:nvSpPr>
          <p:cNvPr id="6" name="Speech Bubble: Oval 5">
            <a:extLst>
              <a:ext uri="{FF2B5EF4-FFF2-40B4-BE49-F238E27FC236}">
                <a16:creationId xmlns:a16="http://schemas.microsoft.com/office/drawing/2014/main" id="{FD5D426F-36B5-FE93-5B5B-C6922265875B}"/>
              </a:ext>
            </a:extLst>
          </p:cNvPr>
          <p:cNvSpPr/>
          <p:nvPr/>
        </p:nvSpPr>
        <p:spPr>
          <a:xfrm>
            <a:off x="7130880" y="3315230"/>
            <a:ext cx="2849033" cy="1739900"/>
          </a:xfrm>
          <a:prstGeom prst="wedgeEllipseCallout">
            <a:avLst>
              <a:gd name="adj1" fmla="val -68976"/>
              <a:gd name="adj2" fmla="val -43096"/>
            </a:avLst>
          </a:prstGeom>
          <a:solidFill>
            <a:srgbClr val="007C4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You should really start the assignment when you still have time.</a:t>
            </a:r>
          </a:p>
        </p:txBody>
      </p:sp>
      <p:sp>
        <p:nvSpPr>
          <p:cNvPr id="7" name="Thought Bubble: Cloud 6">
            <a:extLst>
              <a:ext uri="{FF2B5EF4-FFF2-40B4-BE49-F238E27FC236}">
                <a16:creationId xmlns:a16="http://schemas.microsoft.com/office/drawing/2014/main" id="{4E5FA2D0-F0F7-A4AD-3057-FCEF7777369C}"/>
              </a:ext>
            </a:extLst>
          </p:cNvPr>
          <p:cNvSpPr/>
          <p:nvPr/>
        </p:nvSpPr>
        <p:spPr>
          <a:xfrm>
            <a:off x="1122517" y="3649298"/>
            <a:ext cx="2179139" cy="1321530"/>
          </a:xfrm>
          <a:prstGeom prst="cloudCallout">
            <a:avLst>
              <a:gd name="adj1" fmla="val 91453"/>
              <a:gd name="adj2" fmla="val 17653"/>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Not the assignment! Please, No!</a:t>
            </a:r>
          </a:p>
        </p:txBody>
      </p:sp>
      <p:sp>
        <p:nvSpPr>
          <p:cNvPr id="8" name="Speech Bubble: Oval 7">
            <a:extLst>
              <a:ext uri="{FF2B5EF4-FFF2-40B4-BE49-F238E27FC236}">
                <a16:creationId xmlns:a16="http://schemas.microsoft.com/office/drawing/2014/main" id="{DB21F881-35E6-88DF-F199-E07271617CF6}"/>
              </a:ext>
            </a:extLst>
          </p:cNvPr>
          <p:cNvSpPr/>
          <p:nvPr/>
        </p:nvSpPr>
        <p:spPr>
          <a:xfrm>
            <a:off x="1714500" y="1949981"/>
            <a:ext cx="2247901" cy="1245658"/>
          </a:xfrm>
          <a:prstGeom prst="wedgeEllipseCallout">
            <a:avLst>
              <a:gd name="adj1" fmla="val 73397"/>
              <a:gd name="adj2" fmla="val 146199"/>
            </a:avLst>
          </a:prstGeom>
          <a:solidFill>
            <a:srgbClr val="FE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t>Maybe you should check Discord first.</a:t>
            </a:r>
          </a:p>
        </p:txBody>
      </p:sp>
      <p:sp>
        <p:nvSpPr>
          <p:cNvPr id="9" name="TextBox 8">
            <a:extLst>
              <a:ext uri="{FF2B5EF4-FFF2-40B4-BE49-F238E27FC236}">
                <a16:creationId xmlns:a16="http://schemas.microsoft.com/office/drawing/2014/main" id="{D3FC32C4-A08D-7ACD-E0A5-94DA18A1D664}"/>
              </a:ext>
            </a:extLst>
          </p:cNvPr>
          <p:cNvSpPr txBox="1"/>
          <p:nvPr/>
        </p:nvSpPr>
        <p:spPr>
          <a:xfrm>
            <a:off x="0" y="6488668"/>
            <a:ext cx="1577133" cy="369332"/>
          </a:xfrm>
          <a:prstGeom prst="rect">
            <a:avLst/>
          </a:prstGeom>
          <a:noFill/>
        </p:spPr>
        <p:txBody>
          <a:bodyPr wrap="square" rtlCol="0">
            <a:spAutoFit/>
          </a:bodyPr>
          <a:lstStyle/>
          <a:p>
            <a:r>
              <a:rPr lang="en-CA" dirty="0">
                <a:hlinkClick r:id="rId5"/>
              </a:rPr>
              <a:t>Image Source</a:t>
            </a:r>
            <a:endParaRPr lang="en-CA" dirty="0"/>
          </a:p>
        </p:txBody>
      </p:sp>
      <p:sp>
        <p:nvSpPr>
          <p:cNvPr id="10" name="Thought Bubble: Cloud 9">
            <a:extLst>
              <a:ext uri="{FF2B5EF4-FFF2-40B4-BE49-F238E27FC236}">
                <a16:creationId xmlns:a16="http://schemas.microsoft.com/office/drawing/2014/main" id="{FA48BFBC-2648-022B-FC4F-6918DC920690}"/>
              </a:ext>
            </a:extLst>
          </p:cNvPr>
          <p:cNvSpPr/>
          <p:nvPr/>
        </p:nvSpPr>
        <p:spPr>
          <a:xfrm>
            <a:off x="7386638" y="1033966"/>
            <a:ext cx="2743200" cy="2100792"/>
          </a:xfrm>
          <a:prstGeom prst="cloudCallout">
            <a:avLst>
              <a:gd name="adj1" fmla="val -78993"/>
              <a:gd name="adj2" fmla="val 46110"/>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026" name="Picture 2" descr="Warning: Due Dates Are Closer Than They Appear!">
            <a:extLst>
              <a:ext uri="{FF2B5EF4-FFF2-40B4-BE49-F238E27FC236}">
                <a16:creationId xmlns:a16="http://schemas.microsoft.com/office/drawing/2014/main" id="{13BB2364-B4D1-336D-916E-A311951826F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01012" y="1343793"/>
            <a:ext cx="1481137" cy="148113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65D0B51-B495-4D50-AD26-4ACA2FF8A1F3}"/>
              </a:ext>
            </a:extLst>
          </p:cNvPr>
          <p:cNvSpPr txBox="1"/>
          <p:nvPr/>
        </p:nvSpPr>
        <p:spPr>
          <a:xfrm>
            <a:off x="4446349" y="671628"/>
            <a:ext cx="3299301" cy="338554"/>
          </a:xfrm>
          <a:prstGeom prst="rect">
            <a:avLst/>
          </a:prstGeom>
          <a:noFill/>
        </p:spPr>
        <p:txBody>
          <a:bodyPr wrap="none" rtlCol="0">
            <a:spAutoFit/>
          </a:bodyPr>
          <a:lstStyle/>
          <a:p>
            <a:r>
              <a:rPr lang="en-CA" sz="1600" dirty="0">
                <a:solidFill>
                  <a:srgbClr val="0000FF"/>
                </a:solidFill>
                <a:latin typeface="Aharoni" panose="020F0502020204030204" pitchFamily="2" charset="-79"/>
                <a:cs typeface="Aharoni" panose="020F0502020204030204" pitchFamily="2" charset="-79"/>
              </a:rPr>
              <a:t>(but more scientifically accurate)</a:t>
            </a:r>
          </a:p>
        </p:txBody>
      </p:sp>
      <p:sp>
        <p:nvSpPr>
          <p:cNvPr id="3" name="TextBox 2">
            <a:extLst>
              <a:ext uri="{FF2B5EF4-FFF2-40B4-BE49-F238E27FC236}">
                <a16:creationId xmlns:a16="http://schemas.microsoft.com/office/drawing/2014/main" id="{12CC6788-7597-EA4F-9FFA-80C7D9DC3925}"/>
              </a:ext>
            </a:extLst>
          </p:cNvPr>
          <p:cNvSpPr txBox="1"/>
          <p:nvPr/>
        </p:nvSpPr>
        <p:spPr>
          <a:xfrm>
            <a:off x="86348" y="1033966"/>
            <a:ext cx="2743200" cy="1200329"/>
          </a:xfrm>
          <a:prstGeom prst="rect">
            <a:avLst/>
          </a:prstGeom>
          <a:noFill/>
        </p:spPr>
        <p:txBody>
          <a:bodyPr wrap="square" rtlCol="0">
            <a:spAutoFit/>
          </a:bodyPr>
          <a:lstStyle/>
          <a:p>
            <a:r>
              <a:rPr lang="en-CA" sz="3600" dirty="0">
                <a:solidFill>
                  <a:srgbClr val="0000FF"/>
                </a:solidFill>
                <a:latin typeface="Aharoni" panose="02010803020104030203" pitchFamily="2" charset="-79"/>
                <a:cs typeface="Aharoni" panose="02010803020104030203" pitchFamily="2" charset="-79"/>
              </a:rPr>
              <a:t>80~95% of people’s</a:t>
            </a:r>
          </a:p>
        </p:txBody>
      </p:sp>
      <p:sp>
        <p:nvSpPr>
          <p:cNvPr id="11" name="Freeform: Shape 10">
            <a:extLst>
              <a:ext uri="{FF2B5EF4-FFF2-40B4-BE49-F238E27FC236}">
                <a16:creationId xmlns:a16="http://schemas.microsoft.com/office/drawing/2014/main" id="{990CD1D9-5E3B-9371-EE49-798C216F4C0F}"/>
              </a:ext>
            </a:extLst>
          </p:cNvPr>
          <p:cNvSpPr/>
          <p:nvPr/>
        </p:nvSpPr>
        <p:spPr>
          <a:xfrm>
            <a:off x="1863436" y="-13855"/>
            <a:ext cx="6517406" cy="1073728"/>
          </a:xfrm>
          <a:custGeom>
            <a:avLst/>
            <a:gdLst>
              <a:gd name="connsiteX0" fmla="*/ 519546 w 6517406"/>
              <a:gd name="connsiteY0" fmla="*/ 429491 h 1073728"/>
              <a:gd name="connsiteX1" fmla="*/ 457200 w 6517406"/>
              <a:gd name="connsiteY1" fmla="*/ 471055 h 1073728"/>
              <a:gd name="connsiteX2" fmla="*/ 810491 w 6517406"/>
              <a:gd name="connsiteY2" fmla="*/ 595746 h 1073728"/>
              <a:gd name="connsiteX3" fmla="*/ 962891 w 6517406"/>
              <a:gd name="connsiteY3" fmla="*/ 498764 h 1073728"/>
              <a:gd name="connsiteX4" fmla="*/ 942109 w 6517406"/>
              <a:gd name="connsiteY4" fmla="*/ 263237 h 1073728"/>
              <a:gd name="connsiteX5" fmla="*/ 865909 w 6517406"/>
              <a:gd name="connsiteY5" fmla="*/ 256310 h 1073728"/>
              <a:gd name="connsiteX6" fmla="*/ 720437 w 6517406"/>
              <a:gd name="connsiteY6" fmla="*/ 768928 h 1073728"/>
              <a:gd name="connsiteX7" fmla="*/ 741219 w 6517406"/>
              <a:gd name="connsiteY7" fmla="*/ 824346 h 1073728"/>
              <a:gd name="connsiteX8" fmla="*/ 755073 w 6517406"/>
              <a:gd name="connsiteY8" fmla="*/ 803564 h 1073728"/>
              <a:gd name="connsiteX9" fmla="*/ 387928 w 6517406"/>
              <a:gd name="connsiteY9" fmla="*/ 353291 h 1073728"/>
              <a:gd name="connsiteX10" fmla="*/ 221673 w 6517406"/>
              <a:gd name="connsiteY10" fmla="*/ 408710 h 1073728"/>
              <a:gd name="connsiteX11" fmla="*/ 200891 w 6517406"/>
              <a:gd name="connsiteY11" fmla="*/ 422564 h 1073728"/>
              <a:gd name="connsiteX12" fmla="*/ 852055 w 6517406"/>
              <a:gd name="connsiteY12" fmla="*/ 554182 h 1073728"/>
              <a:gd name="connsiteX13" fmla="*/ 949037 w 6517406"/>
              <a:gd name="connsiteY13" fmla="*/ 540328 h 1073728"/>
              <a:gd name="connsiteX14" fmla="*/ 962891 w 6517406"/>
              <a:gd name="connsiteY14" fmla="*/ 450273 h 1073728"/>
              <a:gd name="connsiteX15" fmla="*/ 498764 w 6517406"/>
              <a:gd name="connsiteY15" fmla="*/ 533400 h 1073728"/>
              <a:gd name="connsiteX16" fmla="*/ 284019 w 6517406"/>
              <a:gd name="connsiteY16" fmla="*/ 678873 h 1073728"/>
              <a:gd name="connsiteX17" fmla="*/ 685800 w 6517406"/>
              <a:gd name="connsiteY17" fmla="*/ 1073728 h 1073728"/>
              <a:gd name="connsiteX18" fmla="*/ 1170709 w 6517406"/>
              <a:gd name="connsiteY18" fmla="*/ 602673 h 1073728"/>
              <a:gd name="connsiteX19" fmla="*/ 1066800 w 6517406"/>
              <a:gd name="connsiteY19" fmla="*/ 429491 h 1073728"/>
              <a:gd name="connsiteX20" fmla="*/ 962891 w 6517406"/>
              <a:gd name="connsiteY20" fmla="*/ 374073 h 1073728"/>
              <a:gd name="connsiteX21" fmla="*/ 1385455 w 6517406"/>
              <a:gd name="connsiteY21" fmla="*/ 519546 h 1073728"/>
              <a:gd name="connsiteX22" fmla="*/ 1427019 w 6517406"/>
              <a:gd name="connsiteY22" fmla="*/ 450273 h 1073728"/>
              <a:gd name="connsiteX23" fmla="*/ 838200 w 6517406"/>
              <a:gd name="connsiteY23" fmla="*/ 602673 h 1073728"/>
              <a:gd name="connsiteX24" fmla="*/ 886691 w 6517406"/>
              <a:gd name="connsiteY24" fmla="*/ 658091 h 1073728"/>
              <a:gd name="connsiteX25" fmla="*/ 1814946 w 6517406"/>
              <a:gd name="connsiteY25" fmla="*/ 332510 h 1073728"/>
              <a:gd name="connsiteX26" fmla="*/ 1704109 w 6517406"/>
              <a:gd name="connsiteY26" fmla="*/ 249382 h 1073728"/>
              <a:gd name="connsiteX27" fmla="*/ 1662546 w 6517406"/>
              <a:gd name="connsiteY27" fmla="*/ 284019 h 1073728"/>
              <a:gd name="connsiteX28" fmla="*/ 1648691 w 6517406"/>
              <a:gd name="connsiteY28" fmla="*/ 450273 h 1073728"/>
              <a:gd name="connsiteX29" fmla="*/ 1731819 w 6517406"/>
              <a:gd name="connsiteY29" fmla="*/ 574964 h 1073728"/>
              <a:gd name="connsiteX30" fmla="*/ 1794164 w 6517406"/>
              <a:gd name="connsiteY30" fmla="*/ 602673 h 1073728"/>
              <a:gd name="connsiteX31" fmla="*/ 1773382 w 6517406"/>
              <a:gd name="connsiteY31" fmla="*/ 554182 h 1073728"/>
              <a:gd name="connsiteX32" fmla="*/ 1302328 w 6517406"/>
              <a:gd name="connsiteY32" fmla="*/ 457200 h 1073728"/>
              <a:gd name="connsiteX33" fmla="*/ 1884219 w 6517406"/>
              <a:gd name="connsiteY33" fmla="*/ 408710 h 1073728"/>
              <a:gd name="connsiteX34" fmla="*/ 2126673 w 6517406"/>
              <a:gd name="connsiteY34" fmla="*/ 381000 h 1073728"/>
              <a:gd name="connsiteX35" fmla="*/ 2147455 w 6517406"/>
              <a:gd name="connsiteY35" fmla="*/ 360219 h 1073728"/>
              <a:gd name="connsiteX36" fmla="*/ 1316182 w 6517406"/>
              <a:gd name="connsiteY36" fmla="*/ 415637 h 1073728"/>
              <a:gd name="connsiteX37" fmla="*/ 1295400 w 6517406"/>
              <a:gd name="connsiteY37" fmla="*/ 484910 h 1073728"/>
              <a:gd name="connsiteX38" fmla="*/ 1960419 w 6517406"/>
              <a:gd name="connsiteY38" fmla="*/ 817419 h 1073728"/>
              <a:gd name="connsiteX39" fmla="*/ 1898073 w 6517406"/>
              <a:gd name="connsiteY39" fmla="*/ 512619 h 1073728"/>
              <a:gd name="connsiteX40" fmla="*/ 1787237 w 6517406"/>
              <a:gd name="connsiteY40" fmla="*/ 415637 h 1073728"/>
              <a:gd name="connsiteX41" fmla="*/ 1842655 w 6517406"/>
              <a:gd name="connsiteY41" fmla="*/ 505691 h 1073728"/>
              <a:gd name="connsiteX42" fmla="*/ 1939637 w 6517406"/>
              <a:gd name="connsiteY42" fmla="*/ 568037 h 1073728"/>
              <a:gd name="connsiteX43" fmla="*/ 1953491 w 6517406"/>
              <a:gd name="connsiteY43" fmla="*/ 457200 h 1073728"/>
              <a:gd name="connsiteX44" fmla="*/ 1787237 w 6517406"/>
              <a:gd name="connsiteY44" fmla="*/ 339437 h 1073728"/>
              <a:gd name="connsiteX45" fmla="*/ 2258291 w 6517406"/>
              <a:gd name="connsiteY45" fmla="*/ 477982 h 1073728"/>
              <a:gd name="connsiteX46" fmla="*/ 2320637 w 6517406"/>
              <a:gd name="connsiteY46" fmla="*/ 422564 h 1073728"/>
              <a:gd name="connsiteX47" fmla="*/ 2195946 w 6517406"/>
              <a:gd name="connsiteY47" fmla="*/ 394855 h 1073728"/>
              <a:gd name="connsiteX48" fmla="*/ 2154382 w 6517406"/>
              <a:gd name="connsiteY48" fmla="*/ 429491 h 1073728"/>
              <a:gd name="connsiteX49" fmla="*/ 2382982 w 6517406"/>
              <a:gd name="connsiteY49" fmla="*/ 554182 h 1073728"/>
              <a:gd name="connsiteX50" fmla="*/ 2265219 w 6517406"/>
              <a:gd name="connsiteY50" fmla="*/ 200891 h 1073728"/>
              <a:gd name="connsiteX51" fmla="*/ 2202873 w 6517406"/>
              <a:gd name="connsiteY51" fmla="*/ 180110 h 1073728"/>
              <a:gd name="connsiteX52" fmla="*/ 2175164 w 6517406"/>
              <a:gd name="connsiteY52" fmla="*/ 187037 h 1073728"/>
              <a:gd name="connsiteX53" fmla="*/ 2223655 w 6517406"/>
              <a:gd name="connsiteY53" fmla="*/ 242455 h 1073728"/>
              <a:gd name="connsiteX54" fmla="*/ 2327564 w 6517406"/>
              <a:gd name="connsiteY54" fmla="*/ 353291 h 1073728"/>
              <a:gd name="connsiteX55" fmla="*/ 2971800 w 6517406"/>
              <a:gd name="connsiteY55" fmla="*/ 138546 h 1073728"/>
              <a:gd name="connsiteX56" fmla="*/ 3034146 w 6517406"/>
              <a:gd name="connsiteY56" fmla="*/ 103910 h 1073728"/>
              <a:gd name="connsiteX57" fmla="*/ 2909455 w 6517406"/>
              <a:gd name="connsiteY57" fmla="*/ 117764 h 1073728"/>
              <a:gd name="connsiteX58" fmla="*/ 2618509 w 6517406"/>
              <a:gd name="connsiteY58" fmla="*/ 429491 h 1073728"/>
              <a:gd name="connsiteX59" fmla="*/ 2639291 w 6517406"/>
              <a:gd name="connsiteY59" fmla="*/ 512619 h 1073728"/>
              <a:gd name="connsiteX60" fmla="*/ 2708564 w 6517406"/>
              <a:gd name="connsiteY60" fmla="*/ 568037 h 1073728"/>
              <a:gd name="connsiteX61" fmla="*/ 2299855 w 6517406"/>
              <a:gd name="connsiteY61" fmla="*/ 491837 h 1073728"/>
              <a:gd name="connsiteX62" fmla="*/ 2216728 w 6517406"/>
              <a:gd name="connsiteY62" fmla="*/ 484910 h 1073728"/>
              <a:gd name="connsiteX63" fmla="*/ 2362200 w 6517406"/>
              <a:gd name="connsiteY63" fmla="*/ 630382 h 1073728"/>
              <a:gd name="connsiteX64" fmla="*/ 1849582 w 6517406"/>
              <a:gd name="connsiteY64" fmla="*/ 637310 h 1073728"/>
              <a:gd name="connsiteX65" fmla="*/ 1766455 w 6517406"/>
              <a:gd name="connsiteY65" fmla="*/ 623455 h 1073728"/>
              <a:gd name="connsiteX66" fmla="*/ 2112819 w 6517406"/>
              <a:gd name="connsiteY66" fmla="*/ 706582 h 1073728"/>
              <a:gd name="connsiteX67" fmla="*/ 2272146 w 6517406"/>
              <a:gd name="connsiteY67" fmla="*/ 720437 h 1073728"/>
              <a:gd name="connsiteX68" fmla="*/ 2299855 w 6517406"/>
              <a:gd name="connsiteY68" fmla="*/ 692728 h 1073728"/>
              <a:gd name="connsiteX69" fmla="*/ 2258291 w 6517406"/>
              <a:gd name="connsiteY69" fmla="*/ 623455 h 1073728"/>
              <a:gd name="connsiteX70" fmla="*/ 2251364 w 6517406"/>
              <a:gd name="connsiteY70" fmla="*/ 595746 h 1073728"/>
              <a:gd name="connsiteX71" fmla="*/ 2479964 w 6517406"/>
              <a:gd name="connsiteY71" fmla="*/ 540328 h 1073728"/>
              <a:gd name="connsiteX72" fmla="*/ 2528455 w 6517406"/>
              <a:gd name="connsiteY72" fmla="*/ 519546 h 1073728"/>
              <a:gd name="connsiteX73" fmla="*/ 2653146 w 6517406"/>
              <a:gd name="connsiteY73" fmla="*/ 367146 h 1073728"/>
              <a:gd name="connsiteX74" fmla="*/ 2660073 w 6517406"/>
              <a:gd name="connsiteY74" fmla="*/ 477982 h 1073728"/>
              <a:gd name="connsiteX75" fmla="*/ 3248891 w 6517406"/>
              <a:gd name="connsiteY75" fmla="*/ 768928 h 1073728"/>
              <a:gd name="connsiteX76" fmla="*/ 3276600 w 6517406"/>
              <a:gd name="connsiteY76" fmla="*/ 727364 h 1073728"/>
              <a:gd name="connsiteX77" fmla="*/ 3075709 w 6517406"/>
              <a:gd name="connsiteY77" fmla="*/ 484910 h 1073728"/>
              <a:gd name="connsiteX78" fmla="*/ 2985655 w 6517406"/>
              <a:gd name="connsiteY78" fmla="*/ 471055 h 1073728"/>
              <a:gd name="connsiteX79" fmla="*/ 2978728 w 6517406"/>
              <a:gd name="connsiteY79" fmla="*/ 554182 h 1073728"/>
              <a:gd name="connsiteX80" fmla="*/ 3172691 w 6517406"/>
              <a:gd name="connsiteY80" fmla="*/ 602673 h 1073728"/>
              <a:gd name="connsiteX81" fmla="*/ 3186546 w 6517406"/>
              <a:gd name="connsiteY81" fmla="*/ 561110 h 1073728"/>
              <a:gd name="connsiteX82" fmla="*/ 2570019 w 6517406"/>
              <a:gd name="connsiteY82" fmla="*/ 353291 h 1073728"/>
              <a:gd name="connsiteX83" fmla="*/ 2597728 w 6517406"/>
              <a:gd name="connsiteY83" fmla="*/ 443346 h 1073728"/>
              <a:gd name="connsiteX84" fmla="*/ 2847109 w 6517406"/>
              <a:gd name="connsiteY84" fmla="*/ 533400 h 1073728"/>
              <a:gd name="connsiteX85" fmla="*/ 2715491 w 6517406"/>
              <a:gd name="connsiteY85" fmla="*/ 443346 h 1073728"/>
              <a:gd name="connsiteX86" fmla="*/ 2653146 w 6517406"/>
              <a:gd name="connsiteY86" fmla="*/ 436419 h 1073728"/>
              <a:gd name="connsiteX87" fmla="*/ 2750128 w 6517406"/>
              <a:gd name="connsiteY87" fmla="*/ 477982 h 1073728"/>
              <a:gd name="connsiteX88" fmla="*/ 3082637 w 6517406"/>
              <a:gd name="connsiteY88" fmla="*/ 519546 h 1073728"/>
              <a:gd name="connsiteX89" fmla="*/ 3221182 w 6517406"/>
              <a:gd name="connsiteY89" fmla="*/ 471055 h 1073728"/>
              <a:gd name="connsiteX90" fmla="*/ 3228109 w 6517406"/>
              <a:gd name="connsiteY90" fmla="*/ 415637 h 1073728"/>
              <a:gd name="connsiteX91" fmla="*/ 3041073 w 6517406"/>
              <a:gd name="connsiteY91" fmla="*/ 353291 h 1073728"/>
              <a:gd name="connsiteX92" fmla="*/ 2985655 w 6517406"/>
              <a:gd name="connsiteY92" fmla="*/ 443346 h 1073728"/>
              <a:gd name="connsiteX93" fmla="*/ 3332019 w 6517406"/>
              <a:gd name="connsiteY93" fmla="*/ 568037 h 1073728"/>
              <a:gd name="connsiteX94" fmla="*/ 3138055 w 6517406"/>
              <a:gd name="connsiteY94" fmla="*/ 498764 h 1073728"/>
              <a:gd name="connsiteX95" fmla="*/ 3089564 w 6517406"/>
              <a:gd name="connsiteY95" fmla="*/ 505691 h 1073728"/>
              <a:gd name="connsiteX96" fmla="*/ 3505200 w 6517406"/>
              <a:gd name="connsiteY96" fmla="*/ 651164 h 1073728"/>
              <a:gd name="connsiteX97" fmla="*/ 3636819 w 6517406"/>
              <a:gd name="connsiteY97" fmla="*/ 678873 h 1073728"/>
              <a:gd name="connsiteX98" fmla="*/ 3539837 w 6517406"/>
              <a:gd name="connsiteY98" fmla="*/ 554182 h 1073728"/>
              <a:gd name="connsiteX99" fmla="*/ 3082637 w 6517406"/>
              <a:gd name="connsiteY99" fmla="*/ 394855 h 1073728"/>
              <a:gd name="connsiteX100" fmla="*/ 3048000 w 6517406"/>
              <a:gd name="connsiteY100" fmla="*/ 408710 h 1073728"/>
              <a:gd name="connsiteX101" fmla="*/ 3622964 w 6517406"/>
              <a:gd name="connsiteY101" fmla="*/ 595746 h 1073728"/>
              <a:gd name="connsiteX102" fmla="*/ 3519055 w 6517406"/>
              <a:gd name="connsiteY102" fmla="*/ 457200 h 1073728"/>
              <a:gd name="connsiteX103" fmla="*/ 3387437 w 6517406"/>
              <a:gd name="connsiteY103" fmla="*/ 360219 h 1073728"/>
              <a:gd name="connsiteX104" fmla="*/ 3366655 w 6517406"/>
              <a:gd name="connsiteY104" fmla="*/ 332510 h 1073728"/>
              <a:gd name="connsiteX105" fmla="*/ 3498273 w 6517406"/>
              <a:gd name="connsiteY105" fmla="*/ 387928 h 1073728"/>
              <a:gd name="connsiteX106" fmla="*/ 3602182 w 6517406"/>
              <a:gd name="connsiteY106" fmla="*/ 457200 h 1073728"/>
              <a:gd name="connsiteX107" fmla="*/ 3539837 w 6517406"/>
              <a:gd name="connsiteY107" fmla="*/ 339437 h 1073728"/>
              <a:gd name="connsiteX108" fmla="*/ 3484419 w 6517406"/>
              <a:gd name="connsiteY108" fmla="*/ 318655 h 1073728"/>
              <a:gd name="connsiteX109" fmla="*/ 3429000 w 6517406"/>
              <a:gd name="connsiteY109" fmla="*/ 422564 h 1073728"/>
              <a:gd name="connsiteX110" fmla="*/ 3512128 w 6517406"/>
              <a:gd name="connsiteY110" fmla="*/ 387928 h 1073728"/>
              <a:gd name="connsiteX111" fmla="*/ 3435928 w 6517406"/>
              <a:gd name="connsiteY111" fmla="*/ 200891 h 1073728"/>
              <a:gd name="connsiteX112" fmla="*/ 3338946 w 6517406"/>
              <a:gd name="connsiteY112" fmla="*/ 263237 h 1073728"/>
              <a:gd name="connsiteX113" fmla="*/ 3387437 w 6517406"/>
              <a:gd name="connsiteY113" fmla="*/ 339437 h 1073728"/>
              <a:gd name="connsiteX114" fmla="*/ 3456709 w 6517406"/>
              <a:gd name="connsiteY114" fmla="*/ 588819 h 1073728"/>
              <a:gd name="connsiteX115" fmla="*/ 3657600 w 6517406"/>
              <a:gd name="connsiteY115" fmla="*/ 976746 h 1073728"/>
              <a:gd name="connsiteX116" fmla="*/ 3872346 w 6517406"/>
              <a:gd name="connsiteY116" fmla="*/ 755073 h 1073728"/>
              <a:gd name="connsiteX117" fmla="*/ 3775364 w 6517406"/>
              <a:gd name="connsiteY117" fmla="*/ 658091 h 1073728"/>
              <a:gd name="connsiteX118" fmla="*/ 3498273 w 6517406"/>
              <a:gd name="connsiteY118" fmla="*/ 561110 h 1073728"/>
              <a:gd name="connsiteX119" fmla="*/ 3491346 w 6517406"/>
              <a:gd name="connsiteY119" fmla="*/ 588819 h 1073728"/>
              <a:gd name="connsiteX120" fmla="*/ 3927764 w 6517406"/>
              <a:gd name="connsiteY120" fmla="*/ 554182 h 1073728"/>
              <a:gd name="connsiteX121" fmla="*/ 3920837 w 6517406"/>
              <a:gd name="connsiteY121" fmla="*/ 415637 h 1073728"/>
              <a:gd name="connsiteX122" fmla="*/ 3761509 w 6517406"/>
              <a:gd name="connsiteY122" fmla="*/ 367146 h 1073728"/>
              <a:gd name="connsiteX123" fmla="*/ 3706091 w 6517406"/>
              <a:gd name="connsiteY123" fmla="*/ 616528 h 1073728"/>
              <a:gd name="connsiteX124" fmla="*/ 3886200 w 6517406"/>
              <a:gd name="connsiteY124" fmla="*/ 706582 h 1073728"/>
              <a:gd name="connsiteX125" fmla="*/ 3983182 w 6517406"/>
              <a:gd name="connsiteY125" fmla="*/ 685800 h 1073728"/>
              <a:gd name="connsiteX126" fmla="*/ 3602182 w 6517406"/>
              <a:gd name="connsiteY126" fmla="*/ 249382 h 1073728"/>
              <a:gd name="connsiteX127" fmla="*/ 3560619 w 6517406"/>
              <a:gd name="connsiteY127" fmla="*/ 304800 h 1073728"/>
              <a:gd name="connsiteX128" fmla="*/ 3955473 w 6517406"/>
              <a:gd name="connsiteY128" fmla="*/ 464128 h 1073728"/>
              <a:gd name="connsiteX129" fmla="*/ 3865419 w 6517406"/>
              <a:gd name="connsiteY129" fmla="*/ 304800 h 1073728"/>
              <a:gd name="connsiteX130" fmla="*/ 3733800 w 6517406"/>
              <a:gd name="connsiteY130" fmla="*/ 332510 h 1073728"/>
              <a:gd name="connsiteX131" fmla="*/ 4294909 w 6517406"/>
              <a:gd name="connsiteY131" fmla="*/ 658091 h 1073728"/>
              <a:gd name="connsiteX132" fmla="*/ 4322619 w 6517406"/>
              <a:gd name="connsiteY132" fmla="*/ 651164 h 1073728"/>
              <a:gd name="connsiteX133" fmla="*/ 3976255 w 6517406"/>
              <a:gd name="connsiteY133" fmla="*/ 484910 h 1073728"/>
              <a:gd name="connsiteX134" fmla="*/ 3775364 w 6517406"/>
              <a:gd name="connsiteY134" fmla="*/ 457200 h 1073728"/>
              <a:gd name="connsiteX135" fmla="*/ 4419600 w 6517406"/>
              <a:gd name="connsiteY135" fmla="*/ 685800 h 1073728"/>
              <a:gd name="connsiteX136" fmla="*/ 4558146 w 6517406"/>
              <a:gd name="connsiteY136" fmla="*/ 616528 h 1073728"/>
              <a:gd name="connsiteX137" fmla="*/ 4197928 w 6517406"/>
              <a:gd name="connsiteY137" fmla="*/ 325582 h 1073728"/>
              <a:gd name="connsiteX138" fmla="*/ 4114800 w 6517406"/>
              <a:gd name="connsiteY138" fmla="*/ 346364 h 1073728"/>
              <a:gd name="connsiteX139" fmla="*/ 4100946 w 6517406"/>
              <a:gd name="connsiteY139" fmla="*/ 381000 h 1073728"/>
              <a:gd name="connsiteX140" fmla="*/ 4225637 w 6517406"/>
              <a:gd name="connsiteY140" fmla="*/ 436419 h 1073728"/>
              <a:gd name="connsiteX141" fmla="*/ 4315691 w 6517406"/>
              <a:gd name="connsiteY141" fmla="*/ 422564 h 1073728"/>
              <a:gd name="connsiteX142" fmla="*/ 4211782 w 6517406"/>
              <a:gd name="connsiteY142" fmla="*/ 353291 h 1073728"/>
              <a:gd name="connsiteX143" fmla="*/ 3913909 w 6517406"/>
              <a:gd name="connsiteY143" fmla="*/ 332510 h 1073728"/>
              <a:gd name="connsiteX144" fmla="*/ 3879273 w 6517406"/>
              <a:gd name="connsiteY144" fmla="*/ 415637 h 1073728"/>
              <a:gd name="connsiteX145" fmla="*/ 4613564 w 6517406"/>
              <a:gd name="connsiteY145" fmla="*/ 651164 h 1073728"/>
              <a:gd name="connsiteX146" fmla="*/ 4592782 w 6517406"/>
              <a:gd name="connsiteY146" fmla="*/ 484910 h 1073728"/>
              <a:gd name="connsiteX147" fmla="*/ 4232564 w 6517406"/>
              <a:gd name="connsiteY147" fmla="*/ 62346 h 1073728"/>
              <a:gd name="connsiteX148" fmla="*/ 4163291 w 6517406"/>
              <a:gd name="connsiteY148" fmla="*/ 69273 h 1073728"/>
              <a:gd name="connsiteX149" fmla="*/ 4142509 w 6517406"/>
              <a:gd name="connsiteY149" fmla="*/ 284019 h 1073728"/>
              <a:gd name="connsiteX150" fmla="*/ 4218709 w 6517406"/>
              <a:gd name="connsiteY150" fmla="*/ 311728 h 1073728"/>
              <a:gd name="connsiteX151" fmla="*/ 4308764 w 6517406"/>
              <a:gd name="connsiteY151" fmla="*/ 304800 h 1073728"/>
              <a:gd name="connsiteX152" fmla="*/ 4357255 w 6517406"/>
              <a:gd name="connsiteY152" fmla="*/ 256310 h 1073728"/>
              <a:gd name="connsiteX153" fmla="*/ 4274128 w 6517406"/>
              <a:gd name="connsiteY153" fmla="*/ 221673 h 1073728"/>
              <a:gd name="connsiteX154" fmla="*/ 4191000 w 6517406"/>
              <a:gd name="connsiteY154" fmla="*/ 284019 h 1073728"/>
              <a:gd name="connsiteX155" fmla="*/ 4232564 w 6517406"/>
              <a:gd name="connsiteY155" fmla="*/ 360219 h 1073728"/>
              <a:gd name="connsiteX156" fmla="*/ 4447309 w 6517406"/>
              <a:gd name="connsiteY156" fmla="*/ 394855 h 1073728"/>
              <a:gd name="connsiteX157" fmla="*/ 4523509 w 6517406"/>
              <a:gd name="connsiteY157" fmla="*/ 374073 h 1073728"/>
              <a:gd name="connsiteX158" fmla="*/ 4516582 w 6517406"/>
              <a:gd name="connsiteY158" fmla="*/ 325582 h 1073728"/>
              <a:gd name="connsiteX159" fmla="*/ 4371109 w 6517406"/>
              <a:gd name="connsiteY159" fmla="*/ 304800 h 1073728"/>
              <a:gd name="connsiteX160" fmla="*/ 4294909 w 6517406"/>
              <a:gd name="connsiteY160" fmla="*/ 457200 h 1073728"/>
              <a:gd name="connsiteX161" fmla="*/ 4862946 w 6517406"/>
              <a:gd name="connsiteY161" fmla="*/ 498764 h 1073728"/>
              <a:gd name="connsiteX162" fmla="*/ 4849091 w 6517406"/>
              <a:gd name="connsiteY162" fmla="*/ 360219 h 1073728"/>
              <a:gd name="connsiteX163" fmla="*/ 4544291 w 6517406"/>
              <a:gd name="connsiteY163" fmla="*/ 394855 h 1073728"/>
              <a:gd name="connsiteX164" fmla="*/ 4537364 w 6517406"/>
              <a:gd name="connsiteY164" fmla="*/ 512619 h 1073728"/>
              <a:gd name="connsiteX165" fmla="*/ 4946073 w 6517406"/>
              <a:gd name="connsiteY165" fmla="*/ 491837 h 1073728"/>
              <a:gd name="connsiteX166" fmla="*/ 5056909 w 6517406"/>
              <a:gd name="connsiteY166" fmla="*/ 408710 h 1073728"/>
              <a:gd name="connsiteX167" fmla="*/ 5001491 w 6517406"/>
              <a:gd name="connsiteY167" fmla="*/ 339437 h 1073728"/>
              <a:gd name="connsiteX168" fmla="*/ 4842164 w 6517406"/>
              <a:gd name="connsiteY168" fmla="*/ 325582 h 1073728"/>
              <a:gd name="connsiteX169" fmla="*/ 4849091 w 6517406"/>
              <a:gd name="connsiteY169" fmla="*/ 394855 h 1073728"/>
              <a:gd name="connsiteX170" fmla="*/ 5112328 w 6517406"/>
              <a:gd name="connsiteY170" fmla="*/ 554182 h 1073728"/>
              <a:gd name="connsiteX171" fmla="*/ 5223164 w 6517406"/>
              <a:gd name="connsiteY171" fmla="*/ 498764 h 1073728"/>
              <a:gd name="connsiteX172" fmla="*/ 4925291 w 6517406"/>
              <a:gd name="connsiteY172" fmla="*/ 297873 h 1073728"/>
              <a:gd name="connsiteX173" fmla="*/ 4807528 w 6517406"/>
              <a:gd name="connsiteY173" fmla="*/ 387928 h 1073728"/>
              <a:gd name="connsiteX174" fmla="*/ 4953000 w 6517406"/>
              <a:gd name="connsiteY174" fmla="*/ 554182 h 1073728"/>
              <a:gd name="connsiteX175" fmla="*/ 5264728 w 6517406"/>
              <a:gd name="connsiteY175" fmla="*/ 685800 h 1073728"/>
              <a:gd name="connsiteX176" fmla="*/ 5285509 w 6517406"/>
              <a:gd name="connsiteY176" fmla="*/ 602673 h 1073728"/>
              <a:gd name="connsiteX177" fmla="*/ 5098473 w 6517406"/>
              <a:gd name="connsiteY177" fmla="*/ 401782 h 1073728"/>
              <a:gd name="connsiteX178" fmla="*/ 5292437 w 6517406"/>
              <a:gd name="connsiteY178" fmla="*/ 671946 h 1073728"/>
              <a:gd name="connsiteX179" fmla="*/ 5327073 w 6517406"/>
              <a:gd name="connsiteY179" fmla="*/ 748146 h 1073728"/>
              <a:gd name="connsiteX180" fmla="*/ 5458691 w 6517406"/>
              <a:gd name="connsiteY180" fmla="*/ 817419 h 1073728"/>
              <a:gd name="connsiteX181" fmla="*/ 5458691 w 6517406"/>
              <a:gd name="connsiteY181" fmla="*/ 595746 h 1073728"/>
              <a:gd name="connsiteX182" fmla="*/ 5146964 w 6517406"/>
              <a:gd name="connsiteY182" fmla="*/ 394855 h 1073728"/>
              <a:gd name="connsiteX183" fmla="*/ 5119255 w 6517406"/>
              <a:gd name="connsiteY183" fmla="*/ 367146 h 1073728"/>
              <a:gd name="connsiteX184" fmla="*/ 5153891 w 6517406"/>
              <a:gd name="connsiteY184" fmla="*/ 408710 h 1073728"/>
              <a:gd name="connsiteX185" fmla="*/ 5631873 w 6517406"/>
              <a:gd name="connsiteY185" fmla="*/ 651164 h 1073728"/>
              <a:gd name="connsiteX186" fmla="*/ 5825837 w 6517406"/>
              <a:gd name="connsiteY186" fmla="*/ 692728 h 1073728"/>
              <a:gd name="connsiteX187" fmla="*/ 5915891 w 6517406"/>
              <a:gd name="connsiteY187" fmla="*/ 581891 h 1073728"/>
              <a:gd name="connsiteX188" fmla="*/ 5860473 w 6517406"/>
              <a:gd name="connsiteY188" fmla="*/ 284019 h 1073728"/>
              <a:gd name="connsiteX189" fmla="*/ 5340928 w 6517406"/>
              <a:gd name="connsiteY189" fmla="*/ 415637 h 1073728"/>
              <a:gd name="connsiteX190" fmla="*/ 5306291 w 6517406"/>
              <a:gd name="connsiteY190" fmla="*/ 450273 h 1073728"/>
              <a:gd name="connsiteX191" fmla="*/ 5590309 w 6517406"/>
              <a:gd name="connsiteY191" fmla="*/ 491837 h 1073728"/>
              <a:gd name="connsiteX192" fmla="*/ 5694219 w 6517406"/>
              <a:gd name="connsiteY192" fmla="*/ 422564 h 1073728"/>
              <a:gd name="connsiteX193" fmla="*/ 5701146 w 6517406"/>
              <a:gd name="connsiteY193" fmla="*/ 290946 h 1073728"/>
              <a:gd name="connsiteX194" fmla="*/ 5451764 w 6517406"/>
              <a:gd name="connsiteY194" fmla="*/ 207819 h 1073728"/>
              <a:gd name="connsiteX195" fmla="*/ 5500255 w 6517406"/>
              <a:gd name="connsiteY195" fmla="*/ 367146 h 1073728"/>
              <a:gd name="connsiteX196" fmla="*/ 5763491 w 6517406"/>
              <a:gd name="connsiteY196" fmla="*/ 484910 h 1073728"/>
              <a:gd name="connsiteX197" fmla="*/ 5915891 w 6517406"/>
              <a:gd name="connsiteY197" fmla="*/ 443346 h 1073728"/>
              <a:gd name="connsiteX198" fmla="*/ 6012873 w 6517406"/>
              <a:gd name="connsiteY198" fmla="*/ 318655 h 1073728"/>
              <a:gd name="connsiteX199" fmla="*/ 6026728 w 6517406"/>
              <a:gd name="connsiteY199" fmla="*/ 249382 h 1073728"/>
              <a:gd name="connsiteX200" fmla="*/ 5666509 w 6517406"/>
              <a:gd name="connsiteY200" fmla="*/ 678873 h 1073728"/>
              <a:gd name="connsiteX201" fmla="*/ 5846619 w 6517406"/>
              <a:gd name="connsiteY201" fmla="*/ 976746 h 1073728"/>
              <a:gd name="connsiteX202" fmla="*/ 5908964 w 6517406"/>
              <a:gd name="connsiteY202" fmla="*/ 921328 h 1073728"/>
              <a:gd name="connsiteX203" fmla="*/ 5902037 w 6517406"/>
              <a:gd name="connsiteY203" fmla="*/ 658091 h 1073728"/>
              <a:gd name="connsiteX204" fmla="*/ 5465619 w 6517406"/>
              <a:gd name="connsiteY204" fmla="*/ 117764 h 1073728"/>
              <a:gd name="connsiteX205" fmla="*/ 5458691 w 6517406"/>
              <a:gd name="connsiteY205" fmla="*/ 284019 h 1073728"/>
              <a:gd name="connsiteX206" fmla="*/ 5728855 w 6517406"/>
              <a:gd name="connsiteY206" fmla="*/ 387928 h 1073728"/>
              <a:gd name="connsiteX207" fmla="*/ 6019800 w 6517406"/>
              <a:gd name="connsiteY207" fmla="*/ 367146 h 1073728"/>
              <a:gd name="connsiteX208" fmla="*/ 5922819 w 6517406"/>
              <a:gd name="connsiteY208" fmla="*/ 263237 h 1073728"/>
              <a:gd name="connsiteX209" fmla="*/ 5902037 w 6517406"/>
              <a:gd name="connsiteY209" fmla="*/ 401782 h 1073728"/>
              <a:gd name="connsiteX210" fmla="*/ 6386946 w 6517406"/>
              <a:gd name="connsiteY210" fmla="*/ 678873 h 1073728"/>
              <a:gd name="connsiteX211" fmla="*/ 6262255 w 6517406"/>
              <a:gd name="connsiteY211" fmla="*/ 519546 h 1073728"/>
              <a:gd name="connsiteX212" fmla="*/ 5791200 w 6517406"/>
              <a:gd name="connsiteY212" fmla="*/ 304800 h 1073728"/>
              <a:gd name="connsiteX213" fmla="*/ 5798128 w 6517406"/>
              <a:gd name="connsiteY213" fmla="*/ 332510 h 1073728"/>
              <a:gd name="connsiteX214" fmla="*/ 6199909 w 6517406"/>
              <a:gd name="connsiteY214" fmla="*/ 519546 h 1073728"/>
              <a:gd name="connsiteX215" fmla="*/ 6165273 w 6517406"/>
              <a:gd name="connsiteY215" fmla="*/ 311728 h 1073728"/>
              <a:gd name="connsiteX216" fmla="*/ 6186055 w 6517406"/>
              <a:gd name="connsiteY216" fmla="*/ 353291 h 1073728"/>
              <a:gd name="connsiteX217" fmla="*/ 6366164 w 6517406"/>
              <a:gd name="connsiteY217" fmla="*/ 574964 h 1073728"/>
              <a:gd name="connsiteX218" fmla="*/ 6463146 w 6517406"/>
              <a:gd name="connsiteY218" fmla="*/ 630382 h 1073728"/>
              <a:gd name="connsiteX219" fmla="*/ 6504709 w 6517406"/>
              <a:gd name="connsiteY219" fmla="*/ 602673 h 1073728"/>
              <a:gd name="connsiteX220" fmla="*/ 6497782 w 6517406"/>
              <a:gd name="connsiteY220" fmla="*/ 526473 h 1073728"/>
              <a:gd name="connsiteX221" fmla="*/ 6345382 w 6517406"/>
              <a:gd name="connsiteY221" fmla="*/ 706582 h 1073728"/>
              <a:gd name="connsiteX222" fmla="*/ 6061364 w 6517406"/>
              <a:gd name="connsiteY222" fmla="*/ 1073728 h 1073728"/>
              <a:gd name="connsiteX223" fmla="*/ 6054437 w 6517406"/>
              <a:gd name="connsiteY223" fmla="*/ 699655 h 1073728"/>
              <a:gd name="connsiteX224" fmla="*/ 6109855 w 6517406"/>
              <a:gd name="connsiteY224" fmla="*/ 581891 h 1073728"/>
              <a:gd name="connsiteX225" fmla="*/ 6130637 w 6517406"/>
              <a:gd name="connsiteY225" fmla="*/ 498764 h 1073728"/>
              <a:gd name="connsiteX226" fmla="*/ 6151419 w 6517406"/>
              <a:gd name="connsiteY226" fmla="*/ 394855 h 1073728"/>
              <a:gd name="connsiteX227" fmla="*/ 6324600 w 6517406"/>
              <a:gd name="connsiteY227" fmla="*/ 630382 h 1073728"/>
              <a:gd name="connsiteX228" fmla="*/ 6421582 w 6517406"/>
              <a:gd name="connsiteY228" fmla="*/ 658091 h 1073728"/>
              <a:gd name="connsiteX229" fmla="*/ 6393873 w 6517406"/>
              <a:gd name="connsiteY229" fmla="*/ 457200 h 1073728"/>
              <a:gd name="connsiteX230" fmla="*/ 6089073 w 6517406"/>
              <a:gd name="connsiteY230" fmla="*/ 214746 h 1073728"/>
              <a:gd name="connsiteX231" fmla="*/ 6019800 w 6517406"/>
              <a:gd name="connsiteY231" fmla="*/ 263237 h 1073728"/>
              <a:gd name="connsiteX232" fmla="*/ 6206837 w 6517406"/>
              <a:gd name="connsiteY232" fmla="*/ 713510 h 1073728"/>
              <a:gd name="connsiteX233" fmla="*/ 6331528 w 6517406"/>
              <a:gd name="connsiteY233" fmla="*/ 706582 h 1073728"/>
              <a:gd name="connsiteX234" fmla="*/ 6373091 w 6517406"/>
              <a:gd name="connsiteY234" fmla="*/ 581891 h 1073728"/>
              <a:gd name="connsiteX235" fmla="*/ 6054437 w 6517406"/>
              <a:gd name="connsiteY235" fmla="*/ 117764 h 1073728"/>
              <a:gd name="connsiteX236" fmla="*/ 5985164 w 6517406"/>
              <a:gd name="connsiteY236" fmla="*/ 124691 h 1073728"/>
              <a:gd name="connsiteX237" fmla="*/ 6040582 w 6517406"/>
              <a:gd name="connsiteY237" fmla="*/ 727364 h 1073728"/>
              <a:gd name="connsiteX238" fmla="*/ 6089073 w 6517406"/>
              <a:gd name="connsiteY238" fmla="*/ 762000 h 1073728"/>
              <a:gd name="connsiteX239" fmla="*/ 6068291 w 6517406"/>
              <a:gd name="connsiteY239" fmla="*/ 658091 h 1073728"/>
              <a:gd name="connsiteX240" fmla="*/ 5618019 w 6517406"/>
              <a:gd name="connsiteY240" fmla="*/ 422564 h 1073728"/>
              <a:gd name="connsiteX241" fmla="*/ 5583382 w 6517406"/>
              <a:gd name="connsiteY241" fmla="*/ 464128 h 1073728"/>
              <a:gd name="connsiteX242" fmla="*/ 5479473 w 6517406"/>
              <a:gd name="connsiteY242" fmla="*/ 429491 h 1073728"/>
              <a:gd name="connsiteX243" fmla="*/ 5396346 w 6517406"/>
              <a:gd name="connsiteY243" fmla="*/ 408710 h 1073728"/>
              <a:gd name="connsiteX244" fmla="*/ 5334000 w 6517406"/>
              <a:gd name="connsiteY244" fmla="*/ 471055 h 1073728"/>
              <a:gd name="connsiteX245" fmla="*/ 5437909 w 6517406"/>
              <a:gd name="connsiteY245" fmla="*/ 838200 h 1073728"/>
              <a:gd name="connsiteX246" fmla="*/ 5465619 w 6517406"/>
              <a:gd name="connsiteY246" fmla="*/ 734291 h 1073728"/>
              <a:gd name="connsiteX247" fmla="*/ 5375564 w 6517406"/>
              <a:gd name="connsiteY247" fmla="*/ 574964 h 1073728"/>
              <a:gd name="connsiteX248" fmla="*/ 5070764 w 6517406"/>
              <a:gd name="connsiteY248" fmla="*/ 353291 h 1073728"/>
              <a:gd name="connsiteX249" fmla="*/ 5084619 w 6517406"/>
              <a:gd name="connsiteY249" fmla="*/ 644237 h 1073728"/>
              <a:gd name="connsiteX250" fmla="*/ 5230091 w 6517406"/>
              <a:gd name="connsiteY250" fmla="*/ 554182 h 1073728"/>
              <a:gd name="connsiteX251" fmla="*/ 4779819 w 6517406"/>
              <a:gd name="connsiteY251" fmla="*/ 401782 h 1073728"/>
              <a:gd name="connsiteX252" fmla="*/ 4620491 w 6517406"/>
              <a:gd name="connsiteY252" fmla="*/ 381000 h 1073728"/>
              <a:gd name="connsiteX253" fmla="*/ 4786746 w 6517406"/>
              <a:gd name="connsiteY253" fmla="*/ 734291 h 1073728"/>
              <a:gd name="connsiteX254" fmla="*/ 4959928 w 6517406"/>
              <a:gd name="connsiteY254" fmla="*/ 678873 h 1073728"/>
              <a:gd name="connsiteX255" fmla="*/ 4959928 w 6517406"/>
              <a:gd name="connsiteY255" fmla="*/ 83128 h 1073728"/>
              <a:gd name="connsiteX256" fmla="*/ 4752109 w 6517406"/>
              <a:gd name="connsiteY256" fmla="*/ 13855 h 1073728"/>
              <a:gd name="connsiteX257" fmla="*/ 4592782 w 6517406"/>
              <a:gd name="connsiteY257" fmla="*/ 69273 h 1073728"/>
              <a:gd name="connsiteX258" fmla="*/ 4800600 w 6517406"/>
              <a:gd name="connsiteY258" fmla="*/ 464128 h 1073728"/>
              <a:gd name="connsiteX259" fmla="*/ 4862946 w 6517406"/>
              <a:gd name="connsiteY259" fmla="*/ 498764 h 1073728"/>
              <a:gd name="connsiteX260" fmla="*/ 4779819 w 6517406"/>
              <a:gd name="connsiteY260" fmla="*/ 360219 h 1073728"/>
              <a:gd name="connsiteX261" fmla="*/ 4281055 w 6517406"/>
              <a:gd name="connsiteY261" fmla="*/ 235528 h 1073728"/>
              <a:gd name="connsiteX262" fmla="*/ 4218709 w 6517406"/>
              <a:gd name="connsiteY262" fmla="*/ 311728 h 1073728"/>
              <a:gd name="connsiteX263" fmla="*/ 4613564 w 6517406"/>
              <a:gd name="connsiteY263" fmla="*/ 907473 h 1073728"/>
              <a:gd name="connsiteX264" fmla="*/ 4440382 w 6517406"/>
              <a:gd name="connsiteY264" fmla="*/ 630382 h 1073728"/>
              <a:gd name="connsiteX265" fmla="*/ 3990109 w 6517406"/>
              <a:gd name="connsiteY265" fmla="*/ 346364 h 1073728"/>
              <a:gd name="connsiteX266" fmla="*/ 3747655 w 6517406"/>
              <a:gd name="connsiteY266" fmla="*/ 242455 h 1073728"/>
              <a:gd name="connsiteX267" fmla="*/ 3740728 w 6517406"/>
              <a:gd name="connsiteY267" fmla="*/ 284019 h 1073728"/>
              <a:gd name="connsiteX268" fmla="*/ 3816928 w 6517406"/>
              <a:gd name="connsiteY268" fmla="*/ 457200 h 1073728"/>
              <a:gd name="connsiteX269" fmla="*/ 3830782 w 6517406"/>
              <a:gd name="connsiteY269" fmla="*/ 477982 h 1073728"/>
              <a:gd name="connsiteX270" fmla="*/ 3713019 w 6517406"/>
              <a:gd name="connsiteY270" fmla="*/ 394855 h 1073728"/>
              <a:gd name="connsiteX271" fmla="*/ 3629891 w 6517406"/>
              <a:gd name="connsiteY271" fmla="*/ 353291 h 1073728"/>
              <a:gd name="connsiteX272" fmla="*/ 3595255 w 6517406"/>
              <a:gd name="connsiteY272" fmla="*/ 360219 h 1073728"/>
              <a:gd name="connsiteX273" fmla="*/ 3830782 w 6517406"/>
              <a:gd name="connsiteY273" fmla="*/ 858982 h 1073728"/>
              <a:gd name="connsiteX274" fmla="*/ 3747655 w 6517406"/>
              <a:gd name="connsiteY274" fmla="*/ 651164 h 1073728"/>
              <a:gd name="connsiteX275" fmla="*/ 3519055 w 6517406"/>
              <a:gd name="connsiteY275" fmla="*/ 512619 h 1073728"/>
              <a:gd name="connsiteX276" fmla="*/ 3408219 w 6517406"/>
              <a:gd name="connsiteY276" fmla="*/ 457200 h 1073728"/>
              <a:gd name="connsiteX277" fmla="*/ 3373582 w 6517406"/>
              <a:gd name="connsiteY277" fmla="*/ 436419 h 1073728"/>
              <a:gd name="connsiteX278" fmla="*/ 3359728 w 6517406"/>
              <a:gd name="connsiteY278" fmla="*/ 471055 h 1073728"/>
              <a:gd name="connsiteX279" fmla="*/ 3373582 w 6517406"/>
              <a:gd name="connsiteY279" fmla="*/ 810491 h 1073728"/>
              <a:gd name="connsiteX280" fmla="*/ 3075709 w 6517406"/>
              <a:gd name="connsiteY280" fmla="*/ 671946 h 1073728"/>
              <a:gd name="connsiteX281" fmla="*/ 2687782 w 6517406"/>
              <a:gd name="connsiteY281" fmla="*/ 422564 h 1073728"/>
              <a:gd name="connsiteX282" fmla="*/ 2604655 w 6517406"/>
              <a:gd name="connsiteY282" fmla="*/ 360219 h 1073728"/>
              <a:gd name="connsiteX283" fmla="*/ 2618509 w 6517406"/>
              <a:gd name="connsiteY283" fmla="*/ 394855 h 1073728"/>
              <a:gd name="connsiteX284" fmla="*/ 2403764 w 6517406"/>
              <a:gd name="connsiteY284" fmla="*/ 443346 h 1073728"/>
              <a:gd name="connsiteX285" fmla="*/ 2396837 w 6517406"/>
              <a:gd name="connsiteY285" fmla="*/ 484910 h 1073728"/>
              <a:gd name="connsiteX286" fmla="*/ 2403764 w 6517406"/>
              <a:gd name="connsiteY286" fmla="*/ 512619 h 1073728"/>
              <a:gd name="connsiteX287" fmla="*/ 2251364 w 6517406"/>
              <a:gd name="connsiteY287" fmla="*/ 498764 h 1073728"/>
              <a:gd name="connsiteX288" fmla="*/ 2161309 w 6517406"/>
              <a:gd name="connsiteY288" fmla="*/ 464128 h 1073728"/>
              <a:gd name="connsiteX289" fmla="*/ 2168237 w 6517406"/>
              <a:gd name="connsiteY289" fmla="*/ 574964 h 1073728"/>
              <a:gd name="connsiteX290" fmla="*/ 2223655 w 6517406"/>
              <a:gd name="connsiteY290" fmla="*/ 685800 h 1073728"/>
              <a:gd name="connsiteX291" fmla="*/ 2237509 w 6517406"/>
              <a:gd name="connsiteY291" fmla="*/ 720437 h 1073728"/>
              <a:gd name="connsiteX292" fmla="*/ 2244437 w 6517406"/>
              <a:gd name="connsiteY292" fmla="*/ 699655 h 1073728"/>
              <a:gd name="connsiteX293" fmla="*/ 2085109 w 6517406"/>
              <a:gd name="connsiteY293" fmla="*/ 429491 h 1073728"/>
              <a:gd name="connsiteX294" fmla="*/ 2029691 w 6517406"/>
              <a:gd name="connsiteY294" fmla="*/ 394855 h 1073728"/>
              <a:gd name="connsiteX295" fmla="*/ 1974273 w 6517406"/>
              <a:gd name="connsiteY295" fmla="*/ 436419 h 1073728"/>
              <a:gd name="connsiteX296" fmla="*/ 1967346 w 6517406"/>
              <a:gd name="connsiteY296" fmla="*/ 540328 h 1073728"/>
              <a:gd name="connsiteX297" fmla="*/ 1981200 w 6517406"/>
              <a:gd name="connsiteY297" fmla="*/ 616528 h 1073728"/>
              <a:gd name="connsiteX298" fmla="*/ 2092037 w 6517406"/>
              <a:gd name="connsiteY298" fmla="*/ 706582 h 1073728"/>
              <a:gd name="connsiteX299" fmla="*/ 2119746 w 6517406"/>
              <a:gd name="connsiteY299" fmla="*/ 699655 h 1073728"/>
              <a:gd name="connsiteX300" fmla="*/ 2154382 w 6517406"/>
              <a:gd name="connsiteY300" fmla="*/ 477982 h 1073728"/>
              <a:gd name="connsiteX301" fmla="*/ 2064328 w 6517406"/>
              <a:gd name="connsiteY301" fmla="*/ 311728 h 1073728"/>
              <a:gd name="connsiteX302" fmla="*/ 1690255 w 6517406"/>
              <a:gd name="connsiteY302" fmla="*/ 284019 h 1073728"/>
              <a:gd name="connsiteX303" fmla="*/ 1551709 w 6517406"/>
              <a:gd name="connsiteY303" fmla="*/ 325582 h 1073728"/>
              <a:gd name="connsiteX304" fmla="*/ 1454728 w 6517406"/>
              <a:gd name="connsiteY304" fmla="*/ 602673 h 1073728"/>
              <a:gd name="connsiteX305" fmla="*/ 1579419 w 6517406"/>
              <a:gd name="connsiteY305" fmla="*/ 900546 h 1073728"/>
              <a:gd name="connsiteX306" fmla="*/ 1724891 w 6517406"/>
              <a:gd name="connsiteY306" fmla="*/ 928255 h 1073728"/>
              <a:gd name="connsiteX307" fmla="*/ 1814946 w 6517406"/>
              <a:gd name="connsiteY307" fmla="*/ 872837 h 1073728"/>
              <a:gd name="connsiteX308" fmla="*/ 1877291 w 6517406"/>
              <a:gd name="connsiteY308" fmla="*/ 498764 h 1073728"/>
              <a:gd name="connsiteX309" fmla="*/ 1731819 w 6517406"/>
              <a:gd name="connsiteY309" fmla="*/ 381000 h 1073728"/>
              <a:gd name="connsiteX310" fmla="*/ 1544782 w 6517406"/>
              <a:gd name="connsiteY310" fmla="*/ 325582 h 1073728"/>
              <a:gd name="connsiteX311" fmla="*/ 1427019 w 6517406"/>
              <a:gd name="connsiteY311" fmla="*/ 353291 h 1073728"/>
              <a:gd name="connsiteX312" fmla="*/ 1406237 w 6517406"/>
              <a:gd name="connsiteY312" fmla="*/ 706582 h 1073728"/>
              <a:gd name="connsiteX313" fmla="*/ 1475509 w 6517406"/>
              <a:gd name="connsiteY313" fmla="*/ 727364 h 1073728"/>
              <a:gd name="connsiteX314" fmla="*/ 1461655 w 6517406"/>
              <a:gd name="connsiteY314" fmla="*/ 616528 h 1073728"/>
              <a:gd name="connsiteX315" fmla="*/ 1253837 w 6517406"/>
              <a:gd name="connsiteY315" fmla="*/ 429491 h 1073728"/>
              <a:gd name="connsiteX316" fmla="*/ 1205346 w 6517406"/>
              <a:gd name="connsiteY316" fmla="*/ 408710 h 1073728"/>
              <a:gd name="connsiteX317" fmla="*/ 1316182 w 6517406"/>
              <a:gd name="connsiteY317" fmla="*/ 630382 h 1073728"/>
              <a:gd name="connsiteX318" fmla="*/ 1350819 w 6517406"/>
              <a:gd name="connsiteY318" fmla="*/ 651164 h 1073728"/>
              <a:gd name="connsiteX319" fmla="*/ 1343891 w 6517406"/>
              <a:gd name="connsiteY319" fmla="*/ 616528 h 1073728"/>
              <a:gd name="connsiteX320" fmla="*/ 1018309 w 6517406"/>
              <a:gd name="connsiteY320" fmla="*/ 360219 h 1073728"/>
              <a:gd name="connsiteX321" fmla="*/ 865909 w 6517406"/>
              <a:gd name="connsiteY321" fmla="*/ 387928 h 1073728"/>
              <a:gd name="connsiteX322" fmla="*/ 976746 w 6517406"/>
              <a:gd name="connsiteY322" fmla="*/ 699655 h 1073728"/>
              <a:gd name="connsiteX323" fmla="*/ 1129146 w 6517406"/>
              <a:gd name="connsiteY323" fmla="*/ 658091 h 1073728"/>
              <a:gd name="connsiteX324" fmla="*/ 1052946 w 6517406"/>
              <a:gd name="connsiteY324" fmla="*/ 360219 h 1073728"/>
              <a:gd name="connsiteX325" fmla="*/ 1018309 w 6517406"/>
              <a:gd name="connsiteY325" fmla="*/ 339437 h 1073728"/>
              <a:gd name="connsiteX326" fmla="*/ 983673 w 6517406"/>
              <a:gd name="connsiteY326" fmla="*/ 332510 h 1073728"/>
              <a:gd name="connsiteX327" fmla="*/ 1059873 w 6517406"/>
              <a:gd name="connsiteY327" fmla="*/ 457200 h 1073728"/>
              <a:gd name="connsiteX328" fmla="*/ 1704109 w 6517406"/>
              <a:gd name="connsiteY328" fmla="*/ 540328 h 1073728"/>
              <a:gd name="connsiteX329" fmla="*/ 1773382 w 6517406"/>
              <a:gd name="connsiteY329" fmla="*/ 519546 h 1073728"/>
              <a:gd name="connsiteX330" fmla="*/ 1787237 w 6517406"/>
              <a:gd name="connsiteY330" fmla="*/ 498764 h 1073728"/>
              <a:gd name="connsiteX331" fmla="*/ 1697182 w 6517406"/>
              <a:gd name="connsiteY331" fmla="*/ 408710 h 1073728"/>
              <a:gd name="connsiteX332" fmla="*/ 1427019 w 6517406"/>
              <a:gd name="connsiteY332" fmla="*/ 325582 h 1073728"/>
              <a:gd name="connsiteX333" fmla="*/ 1191491 w 6517406"/>
              <a:gd name="connsiteY333" fmla="*/ 332510 h 1073728"/>
              <a:gd name="connsiteX334" fmla="*/ 1039091 w 6517406"/>
              <a:gd name="connsiteY334" fmla="*/ 374073 h 1073728"/>
              <a:gd name="connsiteX335" fmla="*/ 949037 w 6517406"/>
              <a:gd name="connsiteY335" fmla="*/ 387928 h 1073728"/>
              <a:gd name="connsiteX336" fmla="*/ 872837 w 6517406"/>
              <a:gd name="connsiteY336" fmla="*/ 401782 h 1073728"/>
              <a:gd name="connsiteX337" fmla="*/ 831273 w 6517406"/>
              <a:gd name="connsiteY337" fmla="*/ 422564 h 1073728"/>
              <a:gd name="connsiteX338" fmla="*/ 817419 w 6517406"/>
              <a:gd name="connsiteY338" fmla="*/ 519546 h 1073728"/>
              <a:gd name="connsiteX339" fmla="*/ 810491 w 6517406"/>
              <a:gd name="connsiteY339" fmla="*/ 713510 h 1073728"/>
              <a:gd name="connsiteX340" fmla="*/ 748146 w 6517406"/>
              <a:gd name="connsiteY340" fmla="*/ 671946 h 1073728"/>
              <a:gd name="connsiteX341" fmla="*/ 616528 w 6517406"/>
              <a:gd name="connsiteY341" fmla="*/ 401782 h 1073728"/>
              <a:gd name="connsiteX342" fmla="*/ 568037 w 6517406"/>
              <a:gd name="connsiteY342" fmla="*/ 152400 h 1073728"/>
              <a:gd name="connsiteX343" fmla="*/ 512619 w 6517406"/>
              <a:gd name="connsiteY343" fmla="*/ 0 h 1073728"/>
              <a:gd name="connsiteX344" fmla="*/ 318655 w 6517406"/>
              <a:gd name="connsiteY344" fmla="*/ 110837 h 1073728"/>
              <a:gd name="connsiteX345" fmla="*/ 297873 w 6517406"/>
              <a:gd name="connsiteY345" fmla="*/ 124691 h 1073728"/>
              <a:gd name="connsiteX346" fmla="*/ 297873 w 6517406"/>
              <a:gd name="connsiteY346" fmla="*/ 401782 h 1073728"/>
              <a:gd name="connsiteX347" fmla="*/ 346364 w 6517406"/>
              <a:gd name="connsiteY347" fmla="*/ 505691 h 1073728"/>
              <a:gd name="connsiteX348" fmla="*/ 311728 w 6517406"/>
              <a:gd name="connsiteY348" fmla="*/ 471055 h 1073728"/>
              <a:gd name="connsiteX349" fmla="*/ 235528 w 6517406"/>
              <a:gd name="connsiteY349" fmla="*/ 429491 h 1073728"/>
              <a:gd name="connsiteX350" fmla="*/ 166255 w 6517406"/>
              <a:gd name="connsiteY350" fmla="*/ 415637 h 1073728"/>
              <a:gd name="connsiteX351" fmla="*/ 256309 w 6517406"/>
              <a:gd name="connsiteY351" fmla="*/ 422564 h 1073728"/>
              <a:gd name="connsiteX352" fmla="*/ 394855 w 6517406"/>
              <a:gd name="connsiteY352" fmla="*/ 401782 h 1073728"/>
              <a:gd name="connsiteX353" fmla="*/ 540328 w 6517406"/>
              <a:gd name="connsiteY353" fmla="*/ 339437 h 1073728"/>
              <a:gd name="connsiteX354" fmla="*/ 526473 w 6517406"/>
              <a:gd name="connsiteY354" fmla="*/ 304800 h 1073728"/>
              <a:gd name="connsiteX355" fmla="*/ 235528 w 6517406"/>
              <a:gd name="connsiteY355" fmla="*/ 242455 h 1073728"/>
              <a:gd name="connsiteX356" fmla="*/ 193964 w 6517406"/>
              <a:gd name="connsiteY356" fmla="*/ 235528 h 1073728"/>
              <a:gd name="connsiteX357" fmla="*/ 235528 w 6517406"/>
              <a:gd name="connsiteY357" fmla="*/ 346364 h 1073728"/>
              <a:gd name="connsiteX358" fmla="*/ 685800 w 6517406"/>
              <a:gd name="connsiteY358" fmla="*/ 519546 h 1073728"/>
              <a:gd name="connsiteX359" fmla="*/ 727364 w 6517406"/>
              <a:gd name="connsiteY359" fmla="*/ 491837 h 1073728"/>
              <a:gd name="connsiteX360" fmla="*/ 678873 w 6517406"/>
              <a:gd name="connsiteY360" fmla="*/ 235528 h 1073728"/>
              <a:gd name="connsiteX361" fmla="*/ 595746 w 6517406"/>
              <a:gd name="connsiteY361" fmla="*/ 214746 h 1073728"/>
              <a:gd name="connsiteX362" fmla="*/ 533400 w 6517406"/>
              <a:gd name="connsiteY362" fmla="*/ 221673 h 1073728"/>
              <a:gd name="connsiteX363" fmla="*/ 491837 w 6517406"/>
              <a:gd name="connsiteY363" fmla="*/ 263237 h 1073728"/>
              <a:gd name="connsiteX364" fmla="*/ 394855 w 6517406"/>
              <a:gd name="connsiteY364" fmla="*/ 616528 h 1073728"/>
              <a:gd name="connsiteX365" fmla="*/ 422564 w 6517406"/>
              <a:gd name="connsiteY365" fmla="*/ 713510 h 1073728"/>
              <a:gd name="connsiteX366" fmla="*/ 484909 w 6517406"/>
              <a:gd name="connsiteY366" fmla="*/ 665019 h 1073728"/>
              <a:gd name="connsiteX367" fmla="*/ 554182 w 6517406"/>
              <a:gd name="connsiteY367" fmla="*/ 207819 h 1073728"/>
              <a:gd name="connsiteX368" fmla="*/ 387928 w 6517406"/>
              <a:gd name="connsiteY368" fmla="*/ 6928 h 1073728"/>
              <a:gd name="connsiteX369" fmla="*/ 332509 w 6517406"/>
              <a:gd name="connsiteY369" fmla="*/ 0 h 1073728"/>
              <a:gd name="connsiteX370" fmla="*/ 297873 w 6517406"/>
              <a:gd name="connsiteY370" fmla="*/ 6928 h 1073728"/>
              <a:gd name="connsiteX371" fmla="*/ 180109 w 6517406"/>
              <a:gd name="connsiteY371" fmla="*/ 90055 h 1073728"/>
              <a:gd name="connsiteX372" fmla="*/ 166255 w 6517406"/>
              <a:gd name="connsiteY372" fmla="*/ 408710 h 1073728"/>
              <a:gd name="connsiteX373" fmla="*/ 200891 w 6517406"/>
              <a:gd name="connsiteY373" fmla="*/ 526473 h 1073728"/>
              <a:gd name="connsiteX374" fmla="*/ 297873 w 6517406"/>
              <a:gd name="connsiteY374" fmla="*/ 644237 h 1073728"/>
              <a:gd name="connsiteX375" fmla="*/ 214746 w 6517406"/>
              <a:gd name="connsiteY375" fmla="*/ 540328 h 1073728"/>
              <a:gd name="connsiteX376" fmla="*/ 173182 w 6517406"/>
              <a:gd name="connsiteY376" fmla="*/ 505691 h 1073728"/>
              <a:gd name="connsiteX377" fmla="*/ 145473 w 6517406"/>
              <a:gd name="connsiteY377" fmla="*/ 581891 h 1073728"/>
              <a:gd name="connsiteX378" fmla="*/ 110837 w 6517406"/>
              <a:gd name="connsiteY378" fmla="*/ 1018310 h 1073728"/>
              <a:gd name="connsiteX379" fmla="*/ 6928 w 6517406"/>
              <a:gd name="connsiteY379" fmla="*/ 789710 h 1073728"/>
              <a:gd name="connsiteX380" fmla="*/ 0 w 6517406"/>
              <a:gd name="connsiteY380" fmla="*/ 699655 h 1073728"/>
              <a:gd name="connsiteX381" fmla="*/ 96982 w 6517406"/>
              <a:gd name="connsiteY381" fmla="*/ 678873 h 1073728"/>
              <a:gd name="connsiteX382" fmla="*/ 277091 w 6517406"/>
              <a:gd name="connsiteY382" fmla="*/ 720437 h 1073728"/>
              <a:gd name="connsiteX383" fmla="*/ 387928 w 6517406"/>
              <a:gd name="connsiteY383" fmla="*/ 775855 h 1073728"/>
              <a:gd name="connsiteX384" fmla="*/ 422564 w 6517406"/>
              <a:gd name="connsiteY384" fmla="*/ 789710 h 1073728"/>
              <a:gd name="connsiteX385" fmla="*/ 221673 w 6517406"/>
              <a:gd name="connsiteY385" fmla="*/ 630382 h 1073728"/>
              <a:gd name="connsiteX386" fmla="*/ 166255 w 6517406"/>
              <a:gd name="connsiteY386" fmla="*/ 581891 h 1073728"/>
              <a:gd name="connsiteX387" fmla="*/ 145473 w 6517406"/>
              <a:gd name="connsiteY387" fmla="*/ 554182 h 1073728"/>
              <a:gd name="connsiteX388" fmla="*/ 374073 w 6517406"/>
              <a:gd name="connsiteY388" fmla="*/ 609600 h 1073728"/>
              <a:gd name="connsiteX389" fmla="*/ 450273 w 6517406"/>
              <a:gd name="connsiteY389" fmla="*/ 595746 h 1073728"/>
              <a:gd name="connsiteX390" fmla="*/ 339437 w 6517406"/>
              <a:gd name="connsiteY390" fmla="*/ 374073 h 1073728"/>
              <a:gd name="connsiteX391" fmla="*/ 304800 w 6517406"/>
              <a:gd name="connsiteY391" fmla="*/ 360219 h 1073728"/>
              <a:gd name="connsiteX392" fmla="*/ 290946 w 6517406"/>
              <a:gd name="connsiteY392" fmla="*/ 387928 h 1073728"/>
              <a:gd name="connsiteX393" fmla="*/ 443346 w 6517406"/>
              <a:gd name="connsiteY393" fmla="*/ 616528 h 1073728"/>
              <a:gd name="connsiteX394" fmla="*/ 415637 w 6517406"/>
              <a:gd name="connsiteY394" fmla="*/ 588819 h 1073728"/>
              <a:gd name="connsiteX395" fmla="*/ 346364 w 6517406"/>
              <a:gd name="connsiteY395" fmla="*/ 547255 h 1073728"/>
              <a:gd name="connsiteX396" fmla="*/ 374073 w 6517406"/>
              <a:gd name="connsiteY396" fmla="*/ 595746 h 1073728"/>
              <a:gd name="connsiteX397" fmla="*/ 1004455 w 6517406"/>
              <a:gd name="connsiteY397" fmla="*/ 858982 h 1073728"/>
              <a:gd name="connsiteX398" fmla="*/ 1967346 w 6517406"/>
              <a:gd name="connsiteY398" fmla="*/ 824346 h 1073728"/>
              <a:gd name="connsiteX399" fmla="*/ 2078182 w 6517406"/>
              <a:gd name="connsiteY399" fmla="*/ 852055 h 1073728"/>
              <a:gd name="connsiteX400" fmla="*/ 2119746 w 6517406"/>
              <a:gd name="connsiteY400" fmla="*/ 865910 h 1073728"/>
              <a:gd name="connsiteX401" fmla="*/ 2189019 w 6517406"/>
              <a:gd name="connsiteY401" fmla="*/ 955964 h 1073728"/>
              <a:gd name="connsiteX402" fmla="*/ 2216728 w 6517406"/>
              <a:gd name="connsiteY402" fmla="*/ 983673 h 1073728"/>
              <a:gd name="connsiteX403" fmla="*/ 2272146 w 6517406"/>
              <a:gd name="connsiteY403" fmla="*/ 955964 h 1073728"/>
              <a:gd name="connsiteX404" fmla="*/ 2265219 w 6517406"/>
              <a:gd name="connsiteY404" fmla="*/ 872837 h 1073728"/>
              <a:gd name="connsiteX405" fmla="*/ 2251364 w 6517406"/>
              <a:gd name="connsiteY405" fmla="*/ 845128 h 1073728"/>
              <a:gd name="connsiteX406" fmla="*/ 2237509 w 6517406"/>
              <a:gd name="connsiteY406" fmla="*/ 810491 h 1073728"/>
              <a:gd name="connsiteX407" fmla="*/ 2216728 w 6517406"/>
              <a:gd name="connsiteY407" fmla="*/ 741219 h 1073728"/>
              <a:gd name="connsiteX408" fmla="*/ 2209800 w 6517406"/>
              <a:gd name="connsiteY408" fmla="*/ 720437 h 1073728"/>
              <a:gd name="connsiteX409" fmla="*/ 2168237 w 6517406"/>
              <a:gd name="connsiteY409" fmla="*/ 678873 h 1073728"/>
              <a:gd name="connsiteX410" fmla="*/ 1884219 w 6517406"/>
              <a:gd name="connsiteY410" fmla="*/ 602673 h 1073728"/>
              <a:gd name="connsiteX411" fmla="*/ 1808019 w 6517406"/>
              <a:gd name="connsiteY411" fmla="*/ 623455 h 1073728"/>
              <a:gd name="connsiteX412" fmla="*/ 1794164 w 6517406"/>
              <a:gd name="connsiteY412" fmla="*/ 671946 h 1073728"/>
              <a:gd name="connsiteX413" fmla="*/ 1856509 w 6517406"/>
              <a:gd name="connsiteY413" fmla="*/ 803564 h 1073728"/>
              <a:gd name="connsiteX414" fmla="*/ 1877291 w 6517406"/>
              <a:gd name="connsiteY414" fmla="*/ 796637 h 1073728"/>
              <a:gd name="connsiteX415" fmla="*/ 1690255 w 6517406"/>
              <a:gd name="connsiteY415" fmla="*/ 526473 h 1073728"/>
              <a:gd name="connsiteX416" fmla="*/ 1704109 w 6517406"/>
              <a:gd name="connsiteY416" fmla="*/ 505691 h 107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Lst>
            <a:rect l="l" t="t" r="r" b="b"/>
            <a:pathLst>
              <a:path w="6517406" h="1073728">
                <a:moveTo>
                  <a:pt x="519546" y="429491"/>
                </a:moveTo>
                <a:cubicBezTo>
                  <a:pt x="498764" y="443346"/>
                  <a:pt x="443556" y="450134"/>
                  <a:pt x="457200" y="471055"/>
                </a:cubicBezTo>
                <a:cubicBezTo>
                  <a:pt x="554628" y="620446"/>
                  <a:pt x="665586" y="590379"/>
                  <a:pt x="810491" y="595746"/>
                </a:cubicBezTo>
                <a:cubicBezTo>
                  <a:pt x="861291" y="563419"/>
                  <a:pt x="924474" y="545130"/>
                  <a:pt x="962891" y="498764"/>
                </a:cubicBezTo>
                <a:cubicBezTo>
                  <a:pt x="1035406" y="411246"/>
                  <a:pt x="1033621" y="324244"/>
                  <a:pt x="942109" y="263237"/>
                </a:cubicBezTo>
                <a:cubicBezTo>
                  <a:pt x="920888" y="249090"/>
                  <a:pt x="891309" y="258619"/>
                  <a:pt x="865909" y="256310"/>
                </a:cubicBezTo>
                <a:cubicBezTo>
                  <a:pt x="739084" y="524052"/>
                  <a:pt x="720437" y="483685"/>
                  <a:pt x="720437" y="768928"/>
                </a:cubicBezTo>
                <a:cubicBezTo>
                  <a:pt x="720437" y="788657"/>
                  <a:pt x="734292" y="805873"/>
                  <a:pt x="741219" y="824346"/>
                </a:cubicBezTo>
                <a:cubicBezTo>
                  <a:pt x="745837" y="817419"/>
                  <a:pt x="756442" y="811776"/>
                  <a:pt x="755073" y="803564"/>
                </a:cubicBezTo>
                <a:cubicBezTo>
                  <a:pt x="680842" y="358184"/>
                  <a:pt x="773202" y="481716"/>
                  <a:pt x="387928" y="353291"/>
                </a:cubicBezTo>
                <a:cubicBezTo>
                  <a:pt x="332510" y="371764"/>
                  <a:pt x="276453" y="388421"/>
                  <a:pt x="221673" y="408710"/>
                </a:cubicBezTo>
                <a:cubicBezTo>
                  <a:pt x="213866" y="411602"/>
                  <a:pt x="193901" y="418041"/>
                  <a:pt x="200891" y="422564"/>
                </a:cubicBezTo>
                <a:cubicBezTo>
                  <a:pt x="382819" y="540282"/>
                  <a:pt x="676905" y="530513"/>
                  <a:pt x="852055" y="554182"/>
                </a:cubicBezTo>
                <a:cubicBezTo>
                  <a:pt x="884382" y="549564"/>
                  <a:pt x="925214" y="562662"/>
                  <a:pt x="949037" y="540328"/>
                </a:cubicBezTo>
                <a:cubicBezTo>
                  <a:pt x="971194" y="519556"/>
                  <a:pt x="993259" y="450740"/>
                  <a:pt x="962891" y="450273"/>
                </a:cubicBezTo>
                <a:cubicBezTo>
                  <a:pt x="805739" y="447855"/>
                  <a:pt x="653473" y="505691"/>
                  <a:pt x="498764" y="533400"/>
                </a:cubicBezTo>
                <a:cubicBezTo>
                  <a:pt x="427182" y="581891"/>
                  <a:pt x="327584" y="604191"/>
                  <a:pt x="284019" y="678873"/>
                </a:cubicBezTo>
                <a:cubicBezTo>
                  <a:pt x="146495" y="914628"/>
                  <a:pt x="651647" y="1055099"/>
                  <a:pt x="685800" y="1073728"/>
                </a:cubicBezTo>
                <a:cubicBezTo>
                  <a:pt x="928396" y="948098"/>
                  <a:pt x="1175848" y="931532"/>
                  <a:pt x="1170709" y="602673"/>
                </a:cubicBezTo>
                <a:cubicBezTo>
                  <a:pt x="1169657" y="535360"/>
                  <a:pt x="1112085" y="479305"/>
                  <a:pt x="1066800" y="429491"/>
                </a:cubicBezTo>
                <a:cubicBezTo>
                  <a:pt x="1040395" y="400445"/>
                  <a:pt x="927020" y="358130"/>
                  <a:pt x="962891" y="374073"/>
                </a:cubicBezTo>
                <a:cubicBezTo>
                  <a:pt x="1320289" y="532917"/>
                  <a:pt x="1135614" y="506397"/>
                  <a:pt x="1385455" y="519546"/>
                </a:cubicBezTo>
                <a:cubicBezTo>
                  <a:pt x="1399310" y="496455"/>
                  <a:pt x="1453943" y="450754"/>
                  <a:pt x="1427019" y="450273"/>
                </a:cubicBezTo>
                <a:cubicBezTo>
                  <a:pt x="1074115" y="443971"/>
                  <a:pt x="1065711" y="474081"/>
                  <a:pt x="838200" y="602673"/>
                </a:cubicBezTo>
                <a:cubicBezTo>
                  <a:pt x="854364" y="621146"/>
                  <a:pt x="862150" y="658558"/>
                  <a:pt x="886691" y="658091"/>
                </a:cubicBezTo>
                <a:cubicBezTo>
                  <a:pt x="1618541" y="644152"/>
                  <a:pt x="1441323" y="716511"/>
                  <a:pt x="1814946" y="332510"/>
                </a:cubicBezTo>
                <a:cubicBezTo>
                  <a:pt x="1778000" y="304801"/>
                  <a:pt x="1748117" y="263385"/>
                  <a:pt x="1704109" y="249382"/>
                </a:cubicBezTo>
                <a:cubicBezTo>
                  <a:pt x="1686923" y="243914"/>
                  <a:pt x="1667342" y="266634"/>
                  <a:pt x="1662546" y="284019"/>
                </a:cubicBezTo>
                <a:cubicBezTo>
                  <a:pt x="1647758" y="337627"/>
                  <a:pt x="1653309" y="394855"/>
                  <a:pt x="1648691" y="450273"/>
                </a:cubicBezTo>
                <a:cubicBezTo>
                  <a:pt x="1676400" y="491837"/>
                  <a:pt x="1697327" y="538830"/>
                  <a:pt x="1731819" y="574964"/>
                </a:cubicBezTo>
                <a:cubicBezTo>
                  <a:pt x="1747522" y="591414"/>
                  <a:pt x="1773823" y="612844"/>
                  <a:pt x="1794164" y="602673"/>
                </a:cubicBezTo>
                <a:cubicBezTo>
                  <a:pt x="1809893" y="594808"/>
                  <a:pt x="1790245" y="559170"/>
                  <a:pt x="1773382" y="554182"/>
                </a:cubicBezTo>
                <a:cubicBezTo>
                  <a:pt x="1619654" y="508713"/>
                  <a:pt x="1459346" y="489527"/>
                  <a:pt x="1302328" y="457200"/>
                </a:cubicBezTo>
                <a:cubicBezTo>
                  <a:pt x="996939" y="491133"/>
                  <a:pt x="828984" y="508842"/>
                  <a:pt x="1884219" y="408710"/>
                </a:cubicBezTo>
                <a:cubicBezTo>
                  <a:pt x="1965199" y="401026"/>
                  <a:pt x="2045855" y="390237"/>
                  <a:pt x="2126673" y="381000"/>
                </a:cubicBezTo>
                <a:cubicBezTo>
                  <a:pt x="2133600" y="374073"/>
                  <a:pt x="2157251" y="360350"/>
                  <a:pt x="2147455" y="360219"/>
                </a:cubicBezTo>
                <a:cubicBezTo>
                  <a:pt x="1668453" y="353833"/>
                  <a:pt x="1698888" y="360964"/>
                  <a:pt x="1316182" y="415637"/>
                </a:cubicBezTo>
                <a:cubicBezTo>
                  <a:pt x="1292503" y="427477"/>
                  <a:pt x="1230357" y="441262"/>
                  <a:pt x="1295400" y="484910"/>
                </a:cubicBezTo>
                <a:cubicBezTo>
                  <a:pt x="1771427" y="804349"/>
                  <a:pt x="1627956" y="759600"/>
                  <a:pt x="1960419" y="817419"/>
                </a:cubicBezTo>
                <a:cubicBezTo>
                  <a:pt x="2026925" y="701033"/>
                  <a:pt x="2024125" y="734296"/>
                  <a:pt x="1898073" y="512619"/>
                </a:cubicBezTo>
                <a:cubicBezTo>
                  <a:pt x="1873807" y="469944"/>
                  <a:pt x="1835950" y="421727"/>
                  <a:pt x="1787237" y="415637"/>
                </a:cubicBezTo>
                <a:cubicBezTo>
                  <a:pt x="1752263" y="411265"/>
                  <a:pt x="1819717" y="478930"/>
                  <a:pt x="1842655" y="505691"/>
                </a:cubicBezTo>
                <a:cubicBezTo>
                  <a:pt x="1888680" y="559387"/>
                  <a:pt x="1893118" y="556408"/>
                  <a:pt x="1939637" y="568037"/>
                </a:cubicBezTo>
                <a:cubicBezTo>
                  <a:pt x="1944255" y="531091"/>
                  <a:pt x="1965942" y="492290"/>
                  <a:pt x="1953491" y="457200"/>
                </a:cubicBezTo>
                <a:cubicBezTo>
                  <a:pt x="1914054" y="346059"/>
                  <a:pt x="1870498" y="354575"/>
                  <a:pt x="1787237" y="339437"/>
                </a:cubicBezTo>
                <a:cubicBezTo>
                  <a:pt x="1842758" y="360700"/>
                  <a:pt x="2129388" y="503763"/>
                  <a:pt x="2258291" y="477982"/>
                </a:cubicBezTo>
                <a:cubicBezTo>
                  <a:pt x="2285556" y="472529"/>
                  <a:pt x="2299855" y="441037"/>
                  <a:pt x="2320637" y="422564"/>
                </a:cubicBezTo>
                <a:cubicBezTo>
                  <a:pt x="2279073" y="413328"/>
                  <a:pt x="2238487" y="393083"/>
                  <a:pt x="2195946" y="394855"/>
                </a:cubicBezTo>
                <a:cubicBezTo>
                  <a:pt x="2177927" y="395606"/>
                  <a:pt x="2147153" y="412968"/>
                  <a:pt x="2154382" y="429491"/>
                </a:cubicBezTo>
                <a:cubicBezTo>
                  <a:pt x="2187038" y="504133"/>
                  <a:pt x="2325219" y="533965"/>
                  <a:pt x="2382982" y="554182"/>
                </a:cubicBezTo>
                <a:cubicBezTo>
                  <a:pt x="2407522" y="333327"/>
                  <a:pt x="2448762" y="371776"/>
                  <a:pt x="2265219" y="200891"/>
                </a:cubicBezTo>
                <a:cubicBezTo>
                  <a:pt x="2249186" y="185964"/>
                  <a:pt x="2223655" y="187037"/>
                  <a:pt x="2202873" y="180110"/>
                </a:cubicBezTo>
                <a:cubicBezTo>
                  <a:pt x="2193637" y="182419"/>
                  <a:pt x="2172153" y="178005"/>
                  <a:pt x="2175164" y="187037"/>
                </a:cubicBezTo>
                <a:cubicBezTo>
                  <a:pt x="2182926" y="210323"/>
                  <a:pt x="2208927" y="222818"/>
                  <a:pt x="2223655" y="242455"/>
                </a:cubicBezTo>
                <a:cubicBezTo>
                  <a:pt x="2303781" y="349290"/>
                  <a:pt x="2242119" y="304465"/>
                  <a:pt x="2327564" y="353291"/>
                </a:cubicBezTo>
                <a:cubicBezTo>
                  <a:pt x="2657383" y="276333"/>
                  <a:pt x="2533682" y="315009"/>
                  <a:pt x="2971800" y="138546"/>
                </a:cubicBezTo>
                <a:cubicBezTo>
                  <a:pt x="2993852" y="129664"/>
                  <a:pt x="3056700" y="111428"/>
                  <a:pt x="3034146" y="103910"/>
                </a:cubicBezTo>
                <a:cubicBezTo>
                  <a:pt x="2994473" y="90685"/>
                  <a:pt x="2951019" y="113146"/>
                  <a:pt x="2909455" y="117764"/>
                </a:cubicBezTo>
                <a:cubicBezTo>
                  <a:pt x="2845379" y="173830"/>
                  <a:pt x="2648565" y="304974"/>
                  <a:pt x="2618509" y="429491"/>
                </a:cubicBezTo>
                <a:cubicBezTo>
                  <a:pt x="2611807" y="457256"/>
                  <a:pt x="2623725" y="488671"/>
                  <a:pt x="2639291" y="512619"/>
                </a:cubicBezTo>
                <a:cubicBezTo>
                  <a:pt x="2655407" y="537412"/>
                  <a:pt x="2738080" y="569844"/>
                  <a:pt x="2708564" y="568037"/>
                </a:cubicBezTo>
                <a:cubicBezTo>
                  <a:pt x="2570239" y="559568"/>
                  <a:pt x="2436501" y="514932"/>
                  <a:pt x="2299855" y="491837"/>
                </a:cubicBezTo>
                <a:cubicBezTo>
                  <a:pt x="2272439" y="487203"/>
                  <a:pt x="2244437" y="487219"/>
                  <a:pt x="2216728" y="484910"/>
                </a:cubicBezTo>
                <a:cubicBezTo>
                  <a:pt x="2265219" y="533401"/>
                  <a:pt x="2311309" y="584416"/>
                  <a:pt x="2362200" y="630382"/>
                </a:cubicBezTo>
                <a:cubicBezTo>
                  <a:pt x="2534932" y="786398"/>
                  <a:pt x="2844878" y="708401"/>
                  <a:pt x="1849582" y="637310"/>
                </a:cubicBezTo>
                <a:cubicBezTo>
                  <a:pt x="1821873" y="632692"/>
                  <a:pt x="1739289" y="616306"/>
                  <a:pt x="1766455" y="623455"/>
                </a:cubicBezTo>
                <a:cubicBezTo>
                  <a:pt x="1881279" y="653671"/>
                  <a:pt x="1996211" y="684219"/>
                  <a:pt x="2112819" y="706582"/>
                </a:cubicBezTo>
                <a:cubicBezTo>
                  <a:pt x="2165174" y="716623"/>
                  <a:pt x="2219037" y="715819"/>
                  <a:pt x="2272146" y="720437"/>
                </a:cubicBezTo>
                <a:cubicBezTo>
                  <a:pt x="2281382" y="711201"/>
                  <a:pt x="2301702" y="705659"/>
                  <a:pt x="2299855" y="692728"/>
                </a:cubicBezTo>
                <a:cubicBezTo>
                  <a:pt x="2296047" y="666070"/>
                  <a:pt x="2270334" y="647541"/>
                  <a:pt x="2258291" y="623455"/>
                </a:cubicBezTo>
                <a:cubicBezTo>
                  <a:pt x="2254033" y="614940"/>
                  <a:pt x="2253673" y="604982"/>
                  <a:pt x="2251364" y="595746"/>
                </a:cubicBezTo>
                <a:cubicBezTo>
                  <a:pt x="2352556" y="562017"/>
                  <a:pt x="2139112" y="632451"/>
                  <a:pt x="2479964" y="540328"/>
                </a:cubicBezTo>
                <a:cubicBezTo>
                  <a:pt x="2496940" y="535740"/>
                  <a:pt x="2512291" y="526473"/>
                  <a:pt x="2528455" y="519546"/>
                </a:cubicBezTo>
                <a:cubicBezTo>
                  <a:pt x="2570019" y="468746"/>
                  <a:pt x="2616082" y="421316"/>
                  <a:pt x="2653146" y="367146"/>
                </a:cubicBezTo>
                <a:cubicBezTo>
                  <a:pt x="2726938" y="259296"/>
                  <a:pt x="2745687" y="86607"/>
                  <a:pt x="2660073" y="477982"/>
                </a:cubicBezTo>
                <a:cubicBezTo>
                  <a:pt x="2868085" y="615418"/>
                  <a:pt x="2999009" y="776500"/>
                  <a:pt x="3248891" y="768928"/>
                </a:cubicBezTo>
                <a:cubicBezTo>
                  <a:pt x="3265535" y="768424"/>
                  <a:pt x="3267364" y="741219"/>
                  <a:pt x="3276600" y="727364"/>
                </a:cubicBezTo>
                <a:cubicBezTo>
                  <a:pt x="3225162" y="652185"/>
                  <a:pt x="3157182" y="535479"/>
                  <a:pt x="3075709" y="484910"/>
                </a:cubicBezTo>
                <a:cubicBezTo>
                  <a:pt x="3049904" y="468893"/>
                  <a:pt x="3015673" y="475673"/>
                  <a:pt x="2985655" y="471055"/>
                </a:cubicBezTo>
                <a:cubicBezTo>
                  <a:pt x="2954327" y="478887"/>
                  <a:pt x="2843182" y="488345"/>
                  <a:pt x="2978728" y="554182"/>
                </a:cubicBezTo>
                <a:cubicBezTo>
                  <a:pt x="3038675" y="583299"/>
                  <a:pt x="3108037" y="586509"/>
                  <a:pt x="3172691" y="602673"/>
                </a:cubicBezTo>
                <a:cubicBezTo>
                  <a:pt x="3177309" y="588819"/>
                  <a:pt x="3199051" y="568653"/>
                  <a:pt x="3186546" y="561110"/>
                </a:cubicBezTo>
                <a:cubicBezTo>
                  <a:pt x="2767155" y="308144"/>
                  <a:pt x="2876139" y="327782"/>
                  <a:pt x="2570019" y="353291"/>
                </a:cubicBezTo>
                <a:cubicBezTo>
                  <a:pt x="2579255" y="383309"/>
                  <a:pt x="2572894" y="424119"/>
                  <a:pt x="2597728" y="443346"/>
                </a:cubicBezTo>
                <a:cubicBezTo>
                  <a:pt x="2667094" y="497049"/>
                  <a:pt x="2762491" y="514597"/>
                  <a:pt x="2847109" y="533400"/>
                </a:cubicBezTo>
                <a:cubicBezTo>
                  <a:pt x="2803236" y="503382"/>
                  <a:pt x="2763038" y="467119"/>
                  <a:pt x="2715491" y="443346"/>
                </a:cubicBezTo>
                <a:cubicBezTo>
                  <a:pt x="2696789" y="433995"/>
                  <a:pt x="2638361" y="421634"/>
                  <a:pt x="2653146" y="436419"/>
                </a:cubicBezTo>
                <a:cubicBezTo>
                  <a:pt x="2678016" y="461288"/>
                  <a:pt x="2715598" y="471299"/>
                  <a:pt x="2750128" y="477982"/>
                </a:cubicBezTo>
                <a:cubicBezTo>
                  <a:pt x="2859792" y="499207"/>
                  <a:pt x="2971801" y="505691"/>
                  <a:pt x="3082637" y="519546"/>
                </a:cubicBezTo>
                <a:cubicBezTo>
                  <a:pt x="3128819" y="503382"/>
                  <a:pt x="3181367" y="499494"/>
                  <a:pt x="3221182" y="471055"/>
                </a:cubicBezTo>
                <a:cubicBezTo>
                  <a:pt x="3236331" y="460234"/>
                  <a:pt x="3243690" y="425825"/>
                  <a:pt x="3228109" y="415637"/>
                </a:cubicBezTo>
                <a:cubicBezTo>
                  <a:pt x="3173105" y="379673"/>
                  <a:pt x="3103418" y="374073"/>
                  <a:pt x="3041073" y="353291"/>
                </a:cubicBezTo>
                <a:cubicBezTo>
                  <a:pt x="3022600" y="383309"/>
                  <a:pt x="2961671" y="417517"/>
                  <a:pt x="2985655" y="443346"/>
                </a:cubicBezTo>
                <a:cubicBezTo>
                  <a:pt x="3062639" y="526252"/>
                  <a:pt x="3221358" y="547288"/>
                  <a:pt x="3332019" y="568037"/>
                </a:cubicBezTo>
                <a:cubicBezTo>
                  <a:pt x="3429405" y="543691"/>
                  <a:pt x="3407502" y="554036"/>
                  <a:pt x="3138055" y="498764"/>
                </a:cubicBezTo>
                <a:cubicBezTo>
                  <a:pt x="3122060" y="495483"/>
                  <a:pt x="3105728" y="503382"/>
                  <a:pt x="3089564" y="505691"/>
                </a:cubicBezTo>
                <a:cubicBezTo>
                  <a:pt x="3228109" y="554182"/>
                  <a:pt x="3365254" y="606877"/>
                  <a:pt x="3505200" y="651164"/>
                </a:cubicBezTo>
                <a:cubicBezTo>
                  <a:pt x="3547945" y="664691"/>
                  <a:pt x="3621739" y="721096"/>
                  <a:pt x="3636819" y="678873"/>
                </a:cubicBezTo>
                <a:cubicBezTo>
                  <a:pt x="3654529" y="629285"/>
                  <a:pt x="3581961" y="585775"/>
                  <a:pt x="3539837" y="554182"/>
                </a:cubicBezTo>
                <a:cubicBezTo>
                  <a:pt x="3312935" y="384006"/>
                  <a:pt x="3316425" y="411555"/>
                  <a:pt x="3082637" y="394855"/>
                </a:cubicBezTo>
                <a:cubicBezTo>
                  <a:pt x="3071091" y="399473"/>
                  <a:pt x="3036645" y="403641"/>
                  <a:pt x="3048000" y="408710"/>
                </a:cubicBezTo>
                <a:cubicBezTo>
                  <a:pt x="3395413" y="563805"/>
                  <a:pt x="3364805" y="548808"/>
                  <a:pt x="3622964" y="595746"/>
                </a:cubicBezTo>
                <a:cubicBezTo>
                  <a:pt x="3588328" y="549564"/>
                  <a:pt x="3559874" y="498019"/>
                  <a:pt x="3519055" y="457200"/>
                </a:cubicBezTo>
                <a:cubicBezTo>
                  <a:pt x="3480520" y="418665"/>
                  <a:pt x="3429615" y="394728"/>
                  <a:pt x="3387437" y="360219"/>
                </a:cubicBezTo>
                <a:cubicBezTo>
                  <a:pt x="3378501" y="352908"/>
                  <a:pt x="3355454" y="329710"/>
                  <a:pt x="3366655" y="332510"/>
                </a:cubicBezTo>
                <a:cubicBezTo>
                  <a:pt x="3412837" y="344055"/>
                  <a:pt x="3456202" y="365655"/>
                  <a:pt x="3498273" y="387928"/>
                </a:cubicBezTo>
                <a:cubicBezTo>
                  <a:pt x="3535063" y="407405"/>
                  <a:pt x="3567546" y="434109"/>
                  <a:pt x="3602182" y="457200"/>
                </a:cubicBezTo>
                <a:cubicBezTo>
                  <a:pt x="3581400" y="417946"/>
                  <a:pt x="3568603" y="373279"/>
                  <a:pt x="3539837" y="339437"/>
                </a:cubicBezTo>
                <a:cubicBezTo>
                  <a:pt x="3527060" y="324405"/>
                  <a:pt x="3500202" y="306818"/>
                  <a:pt x="3484419" y="318655"/>
                </a:cubicBezTo>
                <a:cubicBezTo>
                  <a:pt x="3453015" y="342208"/>
                  <a:pt x="3414421" y="386117"/>
                  <a:pt x="3429000" y="422564"/>
                </a:cubicBezTo>
                <a:cubicBezTo>
                  <a:pt x="3440148" y="450435"/>
                  <a:pt x="3484419" y="399473"/>
                  <a:pt x="3512128" y="387928"/>
                </a:cubicBezTo>
                <a:cubicBezTo>
                  <a:pt x="3530766" y="313377"/>
                  <a:pt x="3592527" y="211691"/>
                  <a:pt x="3435928" y="200891"/>
                </a:cubicBezTo>
                <a:cubicBezTo>
                  <a:pt x="3397588" y="198247"/>
                  <a:pt x="3371273" y="242455"/>
                  <a:pt x="3338946" y="263237"/>
                </a:cubicBezTo>
                <a:cubicBezTo>
                  <a:pt x="3355110" y="288637"/>
                  <a:pt x="3360726" y="325547"/>
                  <a:pt x="3387437" y="339437"/>
                </a:cubicBezTo>
                <a:cubicBezTo>
                  <a:pt x="3574728" y="436828"/>
                  <a:pt x="3555573" y="168651"/>
                  <a:pt x="3456709" y="588819"/>
                </a:cubicBezTo>
                <a:cubicBezTo>
                  <a:pt x="3523673" y="718128"/>
                  <a:pt x="3522396" y="922665"/>
                  <a:pt x="3657600" y="976746"/>
                </a:cubicBezTo>
                <a:cubicBezTo>
                  <a:pt x="3753120" y="1014954"/>
                  <a:pt x="3836683" y="851572"/>
                  <a:pt x="3872346" y="755073"/>
                </a:cubicBezTo>
                <a:cubicBezTo>
                  <a:pt x="3888194" y="712190"/>
                  <a:pt x="3814567" y="681613"/>
                  <a:pt x="3775364" y="658091"/>
                </a:cubicBezTo>
                <a:cubicBezTo>
                  <a:pt x="3708813" y="618161"/>
                  <a:pt x="3581347" y="584845"/>
                  <a:pt x="3498273" y="561110"/>
                </a:cubicBezTo>
                <a:cubicBezTo>
                  <a:pt x="3495964" y="570346"/>
                  <a:pt x="3482201" y="586172"/>
                  <a:pt x="3491346" y="588819"/>
                </a:cubicBezTo>
                <a:cubicBezTo>
                  <a:pt x="3776360" y="671323"/>
                  <a:pt x="3710917" y="662606"/>
                  <a:pt x="3927764" y="554182"/>
                </a:cubicBezTo>
                <a:cubicBezTo>
                  <a:pt x="3925455" y="508000"/>
                  <a:pt x="3951557" y="450197"/>
                  <a:pt x="3920837" y="415637"/>
                </a:cubicBezTo>
                <a:cubicBezTo>
                  <a:pt x="3883955" y="374145"/>
                  <a:pt x="3802050" y="329221"/>
                  <a:pt x="3761509" y="367146"/>
                </a:cubicBezTo>
                <a:cubicBezTo>
                  <a:pt x="3699323" y="425320"/>
                  <a:pt x="3724564" y="533401"/>
                  <a:pt x="3706091" y="616528"/>
                </a:cubicBezTo>
                <a:cubicBezTo>
                  <a:pt x="3766127" y="646546"/>
                  <a:pt x="3821081" y="690303"/>
                  <a:pt x="3886200" y="706582"/>
                </a:cubicBezTo>
                <a:cubicBezTo>
                  <a:pt x="3918274" y="714600"/>
                  <a:pt x="3993637" y="717165"/>
                  <a:pt x="3983182" y="685800"/>
                </a:cubicBezTo>
                <a:cubicBezTo>
                  <a:pt x="3898588" y="432017"/>
                  <a:pt x="3784047" y="380325"/>
                  <a:pt x="3602182" y="249382"/>
                </a:cubicBezTo>
                <a:cubicBezTo>
                  <a:pt x="3588328" y="267855"/>
                  <a:pt x="3545592" y="287268"/>
                  <a:pt x="3560619" y="304800"/>
                </a:cubicBezTo>
                <a:cubicBezTo>
                  <a:pt x="3697468" y="464457"/>
                  <a:pt x="3778488" y="444463"/>
                  <a:pt x="3955473" y="464128"/>
                </a:cubicBezTo>
                <a:cubicBezTo>
                  <a:pt x="4014874" y="394827"/>
                  <a:pt x="4065832" y="368088"/>
                  <a:pt x="3865419" y="304800"/>
                </a:cubicBezTo>
                <a:cubicBezTo>
                  <a:pt x="3822665" y="291299"/>
                  <a:pt x="3777673" y="323273"/>
                  <a:pt x="3733800" y="332510"/>
                </a:cubicBezTo>
                <a:cubicBezTo>
                  <a:pt x="3991872" y="628814"/>
                  <a:pt x="3849521" y="542905"/>
                  <a:pt x="4294909" y="658091"/>
                </a:cubicBezTo>
                <a:lnTo>
                  <a:pt x="4322619" y="651164"/>
                </a:lnTo>
                <a:cubicBezTo>
                  <a:pt x="4207164" y="595746"/>
                  <a:pt x="4096964" y="527693"/>
                  <a:pt x="3976255" y="484910"/>
                </a:cubicBezTo>
                <a:cubicBezTo>
                  <a:pt x="3912541" y="462328"/>
                  <a:pt x="3752866" y="393456"/>
                  <a:pt x="3775364" y="457200"/>
                </a:cubicBezTo>
                <a:cubicBezTo>
                  <a:pt x="3829206" y="609750"/>
                  <a:pt x="4369389" y="675412"/>
                  <a:pt x="4419600" y="685800"/>
                </a:cubicBezTo>
                <a:cubicBezTo>
                  <a:pt x="4465782" y="662709"/>
                  <a:pt x="4554378" y="668023"/>
                  <a:pt x="4558146" y="616528"/>
                </a:cubicBezTo>
                <a:cubicBezTo>
                  <a:pt x="4575256" y="382694"/>
                  <a:pt x="4336039" y="368988"/>
                  <a:pt x="4197928" y="325582"/>
                </a:cubicBezTo>
                <a:cubicBezTo>
                  <a:pt x="4170219" y="332509"/>
                  <a:pt x="4139599" y="332193"/>
                  <a:pt x="4114800" y="346364"/>
                </a:cubicBezTo>
                <a:cubicBezTo>
                  <a:pt x="4104004" y="352533"/>
                  <a:pt x="4091295" y="373159"/>
                  <a:pt x="4100946" y="381000"/>
                </a:cubicBezTo>
                <a:cubicBezTo>
                  <a:pt x="4136247" y="409682"/>
                  <a:pt x="4184073" y="417946"/>
                  <a:pt x="4225637" y="436419"/>
                </a:cubicBezTo>
                <a:cubicBezTo>
                  <a:pt x="4255655" y="431801"/>
                  <a:pt x="4320684" y="452522"/>
                  <a:pt x="4315691" y="422564"/>
                </a:cubicBezTo>
                <a:cubicBezTo>
                  <a:pt x="4308847" y="381503"/>
                  <a:pt x="4252402" y="362395"/>
                  <a:pt x="4211782" y="353291"/>
                </a:cubicBezTo>
                <a:cubicBezTo>
                  <a:pt x="4114659" y="331522"/>
                  <a:pt x="4013200" y="339437"/>
                  <a:pt x="3913909" y="332510"/>
                </a:cubicBezTo>
                <a:cubicBezTo>
                  <a:pt x="3902364" y="360219"/>
                  <a:pt x="3854846" y="398189"/>
                  <a:pt x="3879273" y="415637"/>
                </a:cubicBezTo>
                <a:cubicBezTo>
                  <a:pt x="4319443" y="730043"/>
                  <a:pt x="4259717" y="696822"/>
                  <a:pt x="4613564" y="651164"/>
                </a:cubicBezTo>
                <a:cubicBezTo>
                  <a:pt x="4606637" y="595746"/>
                  <a:pt x="4618074" y="534704"/>
                  <a:pt x="4592782" y="484910"/>
                </a:cubicBezTo>
                <a:cubicBezTo>
                  <a:pt x="4498894" y="300068"/>
                  <a:pt x="4374195" y="197819"/>
                  <a:pt x="4232564" y="62346"/>
                </a:cubicBezTo>
                <a:cubicBezTo>
                  <a:pt x="4209473" y="64655"/>
                  <a:pt x="4177085" y="50611"/>
                  <a:pt x="4163291" y="69273"/>
                </a:cubicBezTo>
                <a:cubicBezTo>
                  <a:pt x="4135352" y="107073"/>
                  <a:pt x="4081440" y="231092"/>
                  <a:pt x="4142509" y="284019"/>
                </a:cubicBezTo>
                <a:cubicBezTo>
                  <a:pt x="4162933" y="301720"/>
                  <a:pt x="4193309" y="302492"/>
                  <a:pt x="4218709" y="311728"/>
                </a:cubicBezTo>
                <a:lnTo>
                  <a:pt x="4308764" y="304800"/>
                </a:lnTo>
                <a:cubicBezTo>
                  <a:pt x="4329988" y="296311"/>
                  <a:pt x="4366047" y="277410"/>
                  <a:pt x="4357255" y="256310"/>
                </a:cubicBezTo>
                <a:cubicBezTo>
                  <a:pt x="4345710" y="228601"/>
                  <a:pt x="4301837" y="233219"/>
                  <a:pt x="4274128" y="221673"/>
                </a:cubicBezTo>
                <a:cubicBezTo>
                  <a:pt x="4246419" y="242455"/>
                  <a:pt x="4200953" y="250843"/>
                  <a:pt x="4191000" y="284019"/>
                </a:cubicBezTo>
                <a:cubicBezTo>
                  <a:pt x="4182686" y="311732"/>
                  <a:pt x="4206008" y="348735"/>
                  <a:pt x="4232564" y="360219"/>
                </a:cubicBezTo>
                <a:cubicBezTo>
                  <a:pt x="4299115" y="388998"/>
                  <a:pt x="4375727" y="383310"/>
                  <a:pt x="4447309" y="394855"/>
                </a:cubicBezTo>
                <a:cubicBezTo>
                  <a:pt x="4472709" y="387928"/>
                  <a:pt x="4504893" y="392689"/>
                  <a:pt x="4523509" y="374073"/>
                </a:cubicBezTo>
                <a:cubicBezTo>
                  <a:pt x="4535054" y="362528"/>
                  <a:pt x="4531446" y="332338"/>
                  <a:pt x="4516582" y="325582"/>
                </a:cubicBezTo>
                <a:cubicBezTo>
                  <a:pt x="4471989" y="305312"/>
                  <a:pt x="4419600" y="311727"/>
                  <a:pt x="4371109" y="304800"/>
                </a:cubicBezTo>
                <a:cubicBezTo>
                  <a:pt x="4345709" y="355600"/>
                  <a:pt x="4267538" y="407434"/>
                  <a:pt x="4294909" y="457200"/>
                </a:cubicBezTo>
                <a:cubicBezTo>
                  <a:pt x="4421661" y="687659"/>
                  <a:pt x="4713135" y="535452"/>
                  <a:pt x="4862946" y="498764"/>
                </a:cubicBezTo>
                <a:cubicBezTo>
                  <a:pt x="4858328" y="452582"/>
                  <a:pt x="4879296" y="395458"/>
                  <a:pt x="4849091" y="360219"/>
                </a:cubicBezTo>
                <a:cubicBezTo>
                  <a:pt x="4736204" y="228518"/>
                  <a:pt x="4639562" y="338558"/>
                  <a:pt x="4544291" y="394855"/>
                </a:cubicBezTo>
                <a:cubicBezTo>
                  <a:pt x="4541982" y="434110"/>
                  <a:pt x="4506978" y="487660"/>
                  <a:pt x="4537364" y="512619"/>
                </a:cubicBezTo>
                <a:cubicBezTo>
                  <a:pt x="4660181" y="613504"/>
                  <a:pt x="4830235" y="526588"/>
                  <a:pt x="4946073" y="491837"/>
                </a:cubicBezTo>
                <a:cubicBezTo>
                  <a:pt x="4983018" y="464128"/>
                  <a:pt x="5041127" y="452111"/>
                  <a:pt x="5056909" y="408710"/>
                </a:cubicBezTo>
                <a:cubicBezTo>
                  <a:pt x="5067015" y="380920"/>
                  <a:pt x="5029068" y="350112"/>
                  <a:pt x="5001491" y="339437"/>
                </a:cubicBezTo>
                <a:cubicBezTo>
                  <a:pt x="4951776" y="320192"/>
                  <a:pt x="4895273" y="330200"/>
                  <a:pt x="4842164" y="325582"/>
                </a:cubicBezTo>
                <a:cubicBezTo>
                  <a:pt x="4844473" y="348673"/>
                  <a:pt x="4837048" y="375019"/>
                  <a:pt x="4849091" y="394855"/>
                </a:cubicBezTo>
                <a:cubicBezTo>
                  <a:pt x="4941057" y="546328"/>
                  <a:pt x="4955802" y="518608"/>
                  <a:pt x="5112328" y="554182"/>
                </a:cubicBezTo>
                <a:cubicBezTo>
                  <a:pt x="5149273" y="535709"/>
                  <a:pt x="5207069" y="536806"/>
                  <a:pt x="5223164" y="498764"/>
                </a:cubicBezTo>
                <a:cubicBezTo>
                  <a:pt x="5296890" y="324503"/>
                  <a:pt x="4948724" y="304656"/>
                  <a:pt x="4925291" y="297873"/>
                </a:cubicBezTo>
                <a:cubicBezTo>
                  <a:pt x="4886037" y="327891"/>
                  <a:pt x="4802217" y="338798"/>
                  <a:pt x="4807528" y="387928"/>
                </a:cubicBezTo>
                <a:cubicBezTo>
                  <a:pt x="4815443" y="461139"/>
                  <a:pt x="4893961" y="510171"/>
                  <a:pt x="4953000" y="554182"/>
                </a:cubicBezTo>
                <a:cubicBezTo>
                  <a:pt x="5098996" y="663015"/>
                  <a:pt x="5135292" y="662267"/>
                  <a:pt x="5264728" y="685800"/>
                </a:cubicBezTo>
                <a:cubicBezTo>
                  <a:pt x="5271655" y="658091"/>
                  <a:pt x="5293242" y="630168"/>
                  <a:pt x="5285509" y="602673"/>
                </a:cubicBezTo>
                <a:cubicBezTo>
                  <a:pt x="5248008" y="469336"/>
                  <a:pt x="5198758" y="461953"/>
                  <a:pt x="5098473" y="401782"/>
                </a:cubicBezTo>
                <a:cubicBezTo>
                  <a:pt x="5163128" y="491837"/>
                  <a:pt x="5231370" y="579421"/>
                  <a:pt x="5292437" y="671946"/>
                </a:cubicBezTo>
                <a:cubicBezTo>
                  <a:pt x="5307806" y="695232"/>
                  <a:pt x="5306076" y="729773"/>
                  <a:pt x="5327073" y="748146"/>
                </a:cubicBezTo>
                <a:cubicBezTo>
                  <a:pt x="5364384" y="780794"/>
                  <a:pt x="5414818" y="794328"/>
                  <a:pt x="5458691" y="817419"/>
                </a:cubicBezTo>
                <a:cubicBezTo>
                  <a:pt x="5548152" y="791858"/>
                  <a:pt x="5627056" y="786775"/>
                  <a:pt x="5458691" y="595746"/>
                </a:cubicBezTo>
                <a:cubicBezTo>
                  <a:pt x="5376955" y="503007"/>
                  <a:pt x="5234375" y="482266"/>
                  <a:pt x="5146964" y="394855"/>
                </a:cubicBezTo>
                <a:cubicBezTo>
                  <a:pt x="5137728" y="385619"/>
                  <a:pt x="5113414" y="355463"/>
                  <a:pt x="5119255" y="367146"/>
                </a:cubicBezTo>
                <a:cubicBezTo>
                  <a:pt x="5127320" y="383277"/>
                  <a:pt x="5138116" y="399970"/>
                  <a:pt x="5153891" y="408710"/>
                </a:cubicBezTo>
                <a:cubicBezTo>
                  <a:pt x="5310161" y="495292"/>
                  <a:pt x="5467316" y="581609"/>
                  <a:pt x="5631873" y="651164"/>
                </a:cubicBezTo>
                <a:cubicBezTo>
                  <a:pt x="5692778" y="676907"/>
                  <a:pt x="5761182" y="678873"/>
                  <a:pt x="5825837" y="692728"/>
                </a:cubicBezTo>
                <a:cubicBezTo>
                  <a:pt x="5855855" y="655782"/>
                  <a:pt x="5906732" y="628605"/>
                  <a:pt x="5915891" y="581891"/>
                </a:cubicBezTo>
                <a:cubicBezTo>
                  <a:pt x="5949910" y="408392"/>
                  <a:pt x="5922882" y="383875"/>
                  <a:pt x="5860473" y="284019"/>
                </a:cubicBezTo>
                <a:cubicBezTo>
                  <a:pt x="5573597" y="309331"/>
                  <a:pt x="5634044" y="281823"/>
                  <a:pt x="5340928" y="415637"/>
                </a:cubicBezTo>
                <a:cubicBezTo>
                  <a:pt x="5326075" y="422418"/>
                  <a:pt x="5317837" y="438728"/>
                  <a:pt x="5306291" y="450273"/>
                </a:cubicBezTo>
                <a:cubicBezTo>
                  <a:pt x="5425417" y="497923"/>
                  <a:pt x="5458630" y="535730"/>
                  <a:pt x="5590309" y="491837"/>
                </a:cubicBezTo>
                <a:cubicBezTo>
                  <a:pt x="5629801" y="478673"/>
                  <a:pt x="5659582" y="445655"/>
                  <a:pt x="5694219" y="422564"/>
                </a:cubicBezTo>
                <a:cubicBezTo>
                  <a:pt x="5696528" y="378691"/>
                  <a:pt x="5721758" y="329744"/>
                  <a:pt x="5701146" y="290946"/>
                </a:cubicBezTo>
                <a:cubicBezTo>
                  <a:pt x="5637557" y="171248"/>
                  <a:pt x="5550636" y="202326"/>
                  <a:pt x="5451764" y="207819"/>
                </a:cubicBezTo>
                <a:cubicBezTo>
                  <a:pt x="5375371" y="251472"/>
                  <a:pt x="5335399" y="253015"/>
                  <a:pt x="5500255" y="367146"/>
                </a:cubicBezTo>
                <a:cubicBezTo>
                  <a:pt x="5579289" y="421862"/>
                  <a:pt x="5675746" y="445655"/>
                  <a:pt x="5763491" y="484910"/>
                </a:cubicBezTo>
                <a:cubicBezTo>
                  <a:pt x="5814291" y="471055"/>
                  <a:pt x="5872079" y="472554"/>
                  <a:pt x="5915891" y="443346"/>
                </a:cubicBezTo>
                <a:cubicBezTo>
                  <a:pt x="5959703" y="414138"/>
                  <a:pt x="5986749" y="364373"/>
                  <a:pt x="6012873" y="318655"/>
                </a:cubicBezTo>
                <a:cubicBezTo>
                  <a:pt x="6024556" y="298209"/>
                  <a:pt x="6043050" y="232408"/>
                  <a:pt x="6026728" y="249382"/>
                </a:cubicBezTo>
                <a:cubicBezTo>
                  <a:pt x="5897220" y="384070"/>
                  <a:pt x="5786582" y="535709"/>
                  <a:pt x="5666509" y="678873"/>
                </a:cubicBezTo>
                <a:cubicBezTo>
                  <a:pt x="5694675" y="788407"/>
                  <a:pt x="5676737" y="976746"/>
                  <a:pt x="5846619" y="976746"/>
                </a:cubicBezTo>
                <a:cubicBezTo>
                  <a:pt x="5874424" y="976746"/>
                  <a:pt x="5888182" y="939801"/>
                  <a:pt x="5908964" y="921328"/>
                </a:cubicBezTo>
                <a:cubicBezTo>
                  <a:pt x="5906655" y="833582"/>
                  <a:pt x="5936318" y="738896"/>
                  <a:pt x="5902037" y="658091"/>
                </a:cubicBezTo>
                <a:cubicBezTo>
                  <a:pt x="5757692" y="317849"/>
                  <a:pt x="5685928" y="288003"/>
                  <a:pt x="5465619" y="117764"/>
                </a:cubicBezTo>
                <a:cubicBezTo>
                  <a:pt x="5400925" y="146517"/>
                  <a:pt x="5300553" y="166256"/>
                  <a:pt x="5458691" y="284019"/>
                </a:cubicBezTo>
                <a:cubicBezTo>
                  <a:pt x="5536077" y="341647"/>
                  <a:pt x="5638800" y="353292"/>
                  <a:pt x="5728855" y="387928"/>
                </a:cubicBezTo>
                <a:cubicBezTo>
                  <a:pt x="5825837" y="381001"/>
                  <a:pt x="5938013" y="419723"/>
                  <a:pt x="6019800" y="367146"/>
                </a:cubicBezTo>
                <a:cubicBezTo>
                  <a:pt x="6059654" y="341526"/>
                  <a:pt x="5968272" y="249868"/>
                  <a:pt x="5922819" y="263237"/>
                </a:cubicBezTo>
                <a:cubicBezTo>
                  <a:pt x="5878018" y="276414"/>
                  <a:pt x="5908964" y="355600"/>
                  <a:pt x="5902037" y="401782"/>
                </a:cubicBezTo>
                <a:cubicBezTo>
                  <a:pt x="6015350" y="519816"/>
                  <a:pt x="6174147" y="739672"/>
                  <a:pt x="6386946" y="678873"/>
                </a:cubicBezTo>
                <a:cubicBezTo>
                  <a:pt x="6451791" y="660346"/>
                  <a:pt x="6318255" y="557125"/>
                  <a:pt x="6262255" y="519546"/>
                </a:cubicBezTo>
                <a:cubicBezTo>
                  <a:pt x="6053668" y="379573"/>
                  <a:pt x="5968081" y="357865"/>
                  <a:pt x="5791200" y="304800"/>
                </a:cubicBezTo>
                <a:cubicBezTo>
                  <a:pt x="5793509" y="314037"/>
                  <a:pt x="5790963" y="326240"/>
                  <a:pt x="5798128" y="332510"/>
                </a:cubicBezTo>
                <a:cubicBezTo>
                  <a:pt x="6027589" y="533289"/>
                  <a:pt x="5947073" y="491453"/>
                  <a:pt x="6199909" y="519546"/>
                </a:cubicBezTo>
                <a:cubicBezTo>
                  <a:pt x="6222856" y="381870"/>
                  <a:pt x="6221151" y="479365"/>
                  <a:pt x="6165273" y="311728"/>
                </a:cubicBezTo>
                <a:cubicBezTo>
                  <a:pt x="6160375" y="297033"/>
                  <a:pt x="6176287" y="341269"/>
                  <a:pt x="6186055" y="353291"/>
                </a:cubicBezTo>
                <a:cubicBezTo>
                  <a:pt x="6246091" y="427182"/>
                  <a:pt x="6298843" y="507643"/>
                  <a:pt x="6366164" y="574964"/>
                </a:cubicBezTo>
                <a:cubicBezTo>
                  <a:pt x="6392492" y="601292"/>
                  <a:pt x="6430819" y="611909"/>
                  <a:pt x="6463146" y="630382"/>
                </a:cubicBezTo>
                <a:cubicBezTo>
                  <a:pt x="6477000" y="621146"/>
                  <a:pt x="6496319" y="617056"/>
                  <a:pt x="6504709" y="602673"/>
                </a:cubicBezTo>
                <a:cubicBezTo>
                  <a:pt x="6528236" y="562342"/>
                  <a:pt x="6515002" y="552303"/>
                  <a:pt x="6497782" y="526473"/>
                </a:cubicBezTo>
                <a:cubicBezTo>
                  <a:pt x="6446982" y="586509"/>
                  <a:pt x="6393250" y="644183"/>
                  <a:pt x="6345382" y="706582"/>
                </a:cubicBezTo>
                <a:cubicBezTo>
                  <a:pt x="6053610" y="1086927"/>
                  <a:pt x="6218511" y="939030"/>
                  <a:pt x="6061364" y="1073728"/>
                </a:cubicBezTo>
                <a:cubicBezTo>
                  <a:pt x="6044215" y="923675"/>
                  <a:pt x="6012448" y="837073"/>
                  <a:pt x="6054437" y="699655"/>
                </a:cubicBezTo>
                <a:cubicBezTo>
                  <a:pt x="6067115" y="658165"/>
                  <a:pt x="6094469" y="622455"/>
                  <a:pt x="6109855" y="581891"/>
                </a:cubicBezTo>
                <a:cubicBezTo>
                  <a:pt x="6119985" y="555186"/>
                  <a:pt x="6124441" y="526646"/>
                  <a:pt x="6130637" y="498764"/>
                </a:cubicBezTo>
                <a:cubicBezTo>
                  <a:pt x="6138300" y="464283"/>
                  <a:pt x="6151419" y="394855"/>
                  <a:pt x="6151419" y="394855"/>
                </a:cubicBezTo>
                <a:cubicBezTo>
                  <a:pt x="6193558" y="460406"/>
                  <a:pt x="6270066" y="586755"/>
                  <a:pt x="6324600" y="630382"/>
                </a:cubicBezTo>
                <a:cubicBezTo>
                  <a:pt x="6350854" y="651385"/>
                  <a:pt x="6389255" y="648855"/>
                  <a:pt x="6421582" y="658091"/>
                </a:cubicBezTo>
                <a:cubicBezTo>
                  <a:pt x="6496239" y="595878"/>
                  <a:pt x="6513455" y="603959"/>
                  <a:pt x="6393873" y="457200"/>
                </a:cubicBezTo>
                <a:cubicBezTo>
                  <a:pt x="6259870" y="292741"/>
                  <a:pt x="6222188" y="281302"/>
                  <a:pt x="6089073" y="214746"/>
                </a:cubicBezTo>
                <a:cubicBezTo>
                  <a:pt x="6065982" y="230910"/>
                  <a:pt x="6022550" y="235185"/>
                  <a:pt x="6019800" y="263237"/>
                </a:cubicBezTo>
                <a:cubicBezTo>
                  <a:pt x="5989862" y="568607"/>
                  <a:pt x="6030267" y="544966"/>
                  <a:pt x="6206837" y="713510"/>
                </a:cubicBezTo>
                <a:cubicBezTo>
                  <a:pt x="6248401" y="711201"/>
                  <a:pt x="6298890" y="732421"/>
                  <a:pt x="6331528" y="706582"/>
                </a:cubicBezTo>
                <a:cubicBezTo>
                  <a:pt x="6365878" y="679388"/>
                  <a:pt x="6381548" y="624879"/>
                  <a:pt x="6373091" y="581891"/>
                </a:cubicBezTo>
                <a:cubicBezTo>
                  <a:pt x="6315980" y="291579"/>
                  <a:pt x="6250649" y="285947"/>
                  <a:pt x="6054437" y="117764"/>
                </a:cubicBezTo>
                <a:cubicBezTo>
                  <a:pt x="6031346" y="120073"/>
                  <a:pt x="5990792" y="102178"/>
                  <a:pt x="5985164" y="124691"/>
                </a:cubicBezTo>
                <a:cubicBezTo>
                  <a:pt x="5929478" y="347433"/>
                  <a:pt x="5951867" y="525291"/>
                  <a:pt x="6040582" y="727364"/>
                </a:cubicBezTo>
                <a:cubicBezTo>
                  <a:pt x="6048567" y="745552"/>
                  <a:pt x="6072909" y="750455"/>
                  <a:pt x="6089073" y="762000"/>
                </a:cubicBezTo>
                <a:cubicBezTo>
                  <a:pt x="6082146" y="727364"/>
                  <a:pt x="6095337" y="680810"/>
                  <a:pt x="6068291" y="658091"/>
                </a:cubicBezTo>
                <a:cubicBezTo>
                  <a:pt x="5918447" y="532222"/>
                  <a:pt x="5782964" y="486710"/>
                  <a:pt x="5618019" y="422564"/>
                </a:cubicBezTo>
                <a:cubicBezTo>
                  <a:pt x="5606473" y="436419"/>
                  <a:pt x="5601394" y="463227"/>
                  <a:pt x="5583382" y="464128"/>
                </a:cubicBezTo>
                <a:cubicBezTo>
                  <a:pt x="5546918" y="465951"/>
                  <a:pt x="5514479" y="439863"/>
                  <a:pt x="5479473" y="429491"/>
                </a:cubicBezTo>
                <a:cubicBezTo>
                  <a:pt x="5452088" y="421377"/>
                  <a:pt x="5424055" y="415637"/>
                  <a:pt x="5396346" y="408710"/>
                </a:cubicBezTo>
                <a:cubicBezTo>
                  <a:pt x="5375564" y="429492"/>
                  <a:pt x="5338241" y="441973"/>
                  <a:pt x="5334000" y="471055"/>
                </a:cubicBezTo>
                <a:cubicBezTo>
                  <a:pt x="5296583" y="727627"/>
                  <a:pt x="5312685" y="703344"/>
                  <a:pt x="5437909" y="838200"/>
                </a:cubicBezTo>
                <a:cubicBezTo>
                  <a:pt x="5447146" y="803564"/>
                  <a:pt x="5473880" y="769173"/>
                  <a:pt x="5465619" y="734291"/>
                </a:cubicBezTo>
                <a:cubicBezTo>
                  <a:pt x="5451559" y="674928"/>
                  <a:pt x="5413099" y="623056"/>
                  <a:pt x="5375564" y="574964"/>
                </a:cubicBezTo>
                <a:cubicBezTo>
                  <a:pt x="5279078" y="451341"/>
                  <a:pt x="5205631" y="428817"/>
                  <a:pt x="5070764" y="353291"/>
                </a:cubicBezTo>
                <a:cubicBezTo>
                  <a:pt x="4964233" y="379925"/>
                  <a:pt x="4804473" y="400239"/>
                  <a:pt x="5084619" y="644237"/>
                </a:cubicBezTo>
                <a:cubicBezTo>
                  <a:pt x="5127624" y="681693"/>
                  <a:pt x="5181600" y="584200"/>
                  <a:pt x="5230091" y="554182"/>
                </a:cubicBezTo>
                <a:cubicBezTo>
                  <a:pt x="5277907" y="339020"/>
                  <a:pt x="5266530" y="488309"/>
                  <a:pt x="4779819" y="401782"/>
                </a:cubicBezTo>
                <a:cubicBezTo>
                  <a:pt x="4727087" y="392407"/>
                  <a:pt x="4673600" y="387927"/>
                  <a:pt x="4620491" y="381000"/>
                </a:cubicBezTo>
                <a:cubicBezTo>
                  <a:pt x="4629714" y="519336"/>
                  <a:pt x="4620855" y="637522"/>
                  <a:pt x="4786746" y="734291"/>
                </a:cubicBezTo>
                <a:cubicBezTo>
                  <a:pt x="4839100" y="764831"/>
                  <a:pt x="4902201" y="697346"/>
                  <a:pt x="4959928" y="678873"/>
                </a:cubicBezTo>
                <a:cubicBezTo>
                  <a:pt x="5028107" y="442251"/>
                  <a:pt x="5189598" y="263932"/>
                  <a:pt x="4959928" y="83128"/>
                </a:cubicBezTo>
                <a:cubicBezTo>
                  <a:pt x="4902553" y="37961"/>
                  <a:pt x="4821382" y="36946"/>
                  <a:pt x="4752109" y="13855"/>
                </a:cubicBezTo>
                <a:cubicBezTo>
                  <a:pt x="4699000" y="32328"/>
                  <a:pt x="4609777" y="15673"/>
                  <a:pt x="4592782" y="69273"/>
                </a:cubicBezTo>
                <a:cubicBezTo>
                  <a:pt x="4552914" y="195012"/>
                  <a:pt x="4728920" y="392448"/>
                  <a:pt x="4800600" y="464128"/>
                </a:cubicBezTo>
                <a:cubicBezTo>
                  <a:pt x="4817411" y="480939"/>
                  <a:pt x="4842164" y="487219"/>
                  <a:pt x="4862946" y="498764"/>
                </a:cubicBezTo>
                <a:cubicBezTo>
                  <a:pt x="4955365" y="471038"/>
                  <a:pt x="5053410" y="462088"/>
                  <a:pt x="4779819" y="360219"/>
                </a:cubicBezTo>
                <a:cubicBezTo>
                  <a:pt x="4619219" y="300421"/>
                  <a:pt x="4447310" y="277092"/>
                  <a:pt x="4281055" y="235528"/>
                </a:cubicBezTo>
                <a:cubicBezTo>
                  <a:pt x="4260273" y="260928"/>
                  <a:pt x="4209996" y="280087"/>
                  <a:pt x="4218709" y="311728"/>
                </a:cubicBezTo>
                <a:cubicBezTo>
                  <a:pt x="4315953" y="664879"/>
                  <a:pt x="4391551" y="693117"/>
                  <a:pt x="4613564" y="907473"/>
                </a:cubicBezTo>
                <a:cubicBezTo>
                  <a:pt x="4749820" y="880223"/>
                  <a:pt x="4749848" y="890985"/>
                  <a:pt x="4440382" y="630382"/>
                </a:cubicBezTo>
                <a:cubicBezTo>
                  <a:pt x="4304645" y="516077"/>
                  <a:pt x="4144939" y="433069"/>
                  <a:pt x="3990109" y="346364"/>
                </a:cubicBezTo>
                <a:cubicBezTo>
                  <a:pt x="3913392" y="303402"/>
                  <a:pt x="3747655" y="242455"/>
                  <a:pt x="3747655" y="242455"/>
                </a:cubicBezTo>
                <a:cubicBezTo>
                  <a:pt x="3745346" y="256310"/>
                  <a:pt x="3736416" y="270652"/>
                  <a:pt x="3740728" y="284019"/>
                </a:cubicBezTo>
                <a:cubicBezTo>
                  <a:pt x="3760090" y="344041"/>
                  <a:pt x="3790369" y="399997"/>
                  <a:pt x="3816928" y="457200"/>
                </a:cubicBezTo>
                <a:cubicBezTo>
                  <a:pt x="3820434" y="464751"/>
                  <a:pt x="3837921" y="482265"/>
                  <a:pt x="3830782" y="477982"/>
                </a:cubicBezTo>
                <a:cubicBezTo>
                  <a:pt x="3789580" y="453261"/>
                  <a:pt x="3753843" y="420194"/>
                  <a:pt x="3713019" y="394855"/>
                </a:cubicBezTo>
                <a:cubicBezTo>
                  <a:pt x="3686697" y="378517"/>
                  <a:pt x="3657600" y="367146"/>
                  <a:pt x="3629891" y="353291"/>
                </a:cubicBezTo>
                <a:cubicBezTo>
                  <a:pt x="3618346" y="355600"/>
                  <a:pt x="3592588" y="348751"/>
                  <a:pt x="3595255" y="360219"/>
                </a:cubicBezTo>
                <a:cubicBezTo>
                  <a:pt x="3654259" y="613937"/>
                  <a:pt x="3701777" y="655290"/>
                  <a:pt x="3830782" y="858982"/>
                </a:cubicBezTo>
                <a:cubicBezTo>
                  <a:pt x="3900619" y="789145"/>
                  <a:pt x="3906990" y="800744"/>
                  <a:pt x="3747655" y="651164"/>
                </a:cubicBezTo>
                <a:cubicBezTo>
                  <a:pt x="3682693" y="590179"/>
                  <a:pt x="3596417" y="556826"/>
                  <a:pt x="3519055" y="512619"/>
                </a:cubicBezTo>
                <a:cubicBezTo>
                  <a:pt x="3483191" y="492125"/>
                  <a:pt x="3444809" y="476366"/>
                  <a:pt x="3408219" y="457200"/>
                </a:cubicBezTo>
                <a:cubicBezTo>
                  <a:pt x="3396292" y="450953"/>
                  <a:pt x="3385128" y="443346"/>
                  <a:pt x="3373582" y="436419"/>
                </a:cubicBezTo>
                <a:cubicBezTo>
                  <a:pt x="3368964" y="447964"/>
                  <a:pt x="3360682" y="458657"/>
                  <a:pt x="3359728" y="471055"/>
                </a:cubicBezTo>
                <a:cubicBezTo>
                  <a:pt x="3342469" y="695425"/>
                  <a:pt x="3341576" y="650460"/>
                  <a:pt x="3373582" y="810491"/>
                </a:cubicBezTo>
                <a:cubicBezTo>
                  <a:pt x="3339791" y="945661"/>
                  <a:pt x="3372273" y="853516"/>
                  <a:pt x="3075709" y="671946"/>
                </a:cubicBezTo>
                <a:cubicBezTo>
                  <a:pt x="2944606" y="591679"/>
                  <a:pt x="2815977" y="507399"/>
                  <a:pt x="2687782" y="422564"/>
                </a:cubicBezTo>
                <a:cubicBezTo>
                  <a:pt x="2658898" y="403449"/>
                  <a:pt x="2632364" y="381001"/>
                  <a:pt x="2604655" y="360219"/>
                </a:cubicBezTo>
                <a:cubicBezTo>
                  <a:pt x="2609273" y="371764"/>
                  <a:pt x="2628287" y="387173"/>
                  <a:pt x="2618509" y="394855"/>
                </a:cubicBezTo>
                <a:cubicBezTo>
                  <a:pt x="2557043" y="443150"/>
                  <a:pt x="2475015" y="438596"/>
                  <a:pt x="2403764" y="443346"/>
                </a:cubicBezTo>
                <a:cubicBezTo>
                  <a:pt x="2401455" y="457201"/>
                  <a:pt x="2396837" y="470864"/>
                  <a:pt x="2396837" y="484910"/>
                </a:cubicBezTo>
                <a:cubicBezTo>
                  <a:pt x="2396837" y="494431"/>
                  <a:pt x="2413242" y="511716"/>
                  <a:pt x="2403764" y="512619"/>
                </a:cubicBezTo>
                <a:lnTo>
                  <a:pt x="2251364" y="498764"/>
                </a:lnTo>
                <a:cubicBezTo>
                  <a:pt x="2221346" y="487219"/>
                  <a:pt x="2185017" y="442395"/>
                  <a:pt x="2161309" y="464128"/>
                </a:cubicBezTo>
                <a:cubicBezTo>
                  <a:pt x="2134021" y="489142"/>
                  <a:pt x="2158215" y="539329"/>
                  <a:pt x="2168237" y="574964"/>
                </a:cubicBezTo>
                <a:cubicBezTo>
                  <a:pt x="2179421" y="614727"/>
                  <a:pt x="2205896" y="648506"/>
                  <a:pt x="2223655" y="685800"/>
                </a:cubicBezTo>
                <a:cubicBezTo>
                  <a:pt x="2229001" y="697027"/>
                  <a:pt x="2232891" y="708891"/>
                  <a:pt x="2237509" y="720437"/>
                </a:cubicBezTo>
                <a:cubicBezTo>
                  <a:pt x="2239818" y="713510"/>
                  <a:pt x="2246141" y="706755"/>
                  <a:pt x="2244437" y="699655"/>
                </a:cubicBezTo>
                <a:cubicBezTo>
                  <a:pt x="2206566" y="541858"/>
                  <a:pt x="2205216" y="539588"/>
                  <a:pt x="2085109" y="429491"/>
                </a:cubicBezTo>
                <a:cubicBezTo>
                  <a:pt x="2069051" y="414771"/>
                  <a:pt x="2048164" y="406400"/>
                  <a:pt x="2029691" y="394855"/>
                </a:cubicBezTo>
                <a:cubicBezTo>
                  <a:pt x="2011218" y="408710"/>
                  <a:pt x="1983369" y="415195"/>
                  <a:pt x="1974273" y="436419"/>
                </a:cubicBezTo>
                <a:cubicBezTo>
                  <a:pt x="1960599" y="468326"/>
                  <a:pt x="1966012" y="505640"/>
                  <a:pt x="1967346" y="540328"/>
                </a:cubicBezTo>
                <a:cubicBezTo>
                  <a:pt x="1968338" y="566125"/>
                  <a:pt x="1968759" y="593907"/>
                  <a:pt x="1981200" y="616528"/>
                </a:cubicBezTo>
                <a:cubicBezTo>
                  <a:pt x="2007156" y="663720"/>
                  <a:pt x="2049417" y="682228"/>
                  <a:pt x="2092037" y="706582"/>
                </a:cubicBezTo>
                <a:cubicBezTo>
                  <a:pt x="2101273" y="704273"/>
                  <a:pt x="2113014" y="706387"/>
                  <a:pt x="2119746" y="699655"/>
                </a:cubicBezTo>
                <a:cubicBezTo>
                  <a:pt x="2174357" y="645044"/>
                  <a:pt x="2152178" y="533089"/>
                  <a:pt x="2154382" y="477982"/>
                </a:cubicBezTo>
                <a:cubicBezTo>
                  <a:pt x="2124364" y="422564"/>
                  <a:pt x="2114749" y="349543"/>
                  <a:pt x="2064328" y="311728"/>
                </a:cubicBezTo>
                <a:cubicBezTo>
                  <a:pt x="1975135" y="244834"/>
                  <a:pt x="1785470" y="276966"/>
                  <a:pt x="1690255" y="284019"/>
                </a:cubicBezTo>
                <a:cubicBezTo>
                  <a:pt x="1644073" y="297873"/>
                  <a:pt x="1593985" y="302399"/>
                  <a:pt x="1551709" y="325582"/>
                </a:cubicBezTo>
                <a:cubicBezTo>
                  <a:pt x="1434037" y="390111"/>
                  <a:pt x="1467714" y="477139"/>
                  <a:pt x="1454728" y="602673"/>
                </a:cubicBezTo>
                <a:cubicBezTo>
                  <a:pt x="1470390" y="733195"/>
                  <a:pt x="1449049" y="820876"/>
                  <a:pt x="1579419" y="900546"/>
                </a:cubicBezTo>
                <a:cubicBezTo>
                  <a:pt x="1621539" y="926286"/>
                  <a:pt x="1676400" y="919019"/>
                  <a:pt x="1724891" y="928255"/>
                </a:cubicBezTo>
                <a:cubicBezTo>
                  <a:pt x="1754909" y="909782"/>
                  <a:pt x="1797829" y="903648"/>
                  <a:pt x="1814946" y="872837"/>
                </a:cubicBezTo>
                <a:cubicBezTo>
                  <a:pt x="1840103" y="827554"/>
                  <a:pt x="1944867" y="594497"/>
                  <a:pt x="1877291" y="498764"/>
                </a:cubicBezTo>
                <a:cubicBezTo>
                  <a:pt x="1841313" y="447795"/>
                  <a:pt x="1787152" y="409819"/>
                  <a:pt x="1731819" y="381000"/>
                </a:cubicBezTo>
                <a:cubicBezTo>
                  <a:pt x="1674148" y="350963"/>
                  <a:pt x="1607128" y="344055"/>
                  <a:pt x="1544782" y="325582"/>
                </a:cubicBezTo>
                <a:cubicBezTo>
                  <a:pt x="1505528" y="334818"/>
                  <a:pt x="1455534" y="324776"/>
                  <a:pt x="1427019" y="353291"/>
                </a:cubicBezTo>
                <a:cubicBezTo>
                  <a:pt x="1336234" y="444076"/>
                  <a:pt x="1356726" y="607560"/>
                  <a:pt x="1406237" y="706582"/>
                </a:cubicBezTo>
                <a:cubicBezTo>
                  <a:pt x="1417018" y="728144"/>
                  <a:pt x="1452418" y="720437"/>
                  <a:pt x="1475509" y="727364"/>
                </a:cubicBezTo>
                <a:cubicBezTo>
                  <a:pt x="1519094" y="698309"/>
                  <a:pt x="1522837" y="705520"/>
                  <a:pt x="1461655" y="616528"/>
                </a:cubicBezTo>
                <a:cubicBezTo>
                  <a:pt x="1408151" y="538704"/>
                  <a:pt x="1333849" y="477498"/>
                  <a:pt x="1253837" y="429491"/>
                </a:cubicBezTo>
                <a:cubicBezTo>
                  <a:pt x="1238758" y="420443"/>
                  <a:pt x="1221510" y="415637"/>
                  <a:pt x="1205346" y="408710"/>
                </a:cubicBezTo>
                <a:cubicBezTo>
                  <a:pt x="1249050" y="525255"/>
                  <a:pt x="1240021" y="560569"/>
                  <a:pt x="1316182" y="630382"/>
                </a:cubicBezTo>
                <a:cubicBezTo>
                  <a:pt x="1326107" y="639480"/>
                  <a:pt x="1339273" y="644237"/>
                  <a:pt x="1350819" y="651164"/>
                </a:cubicBezTo>
                <a:cubicBezTo>
                  <a:pt x="1348510" y="639619"/>
                  <a:pt x="1351316" y="625666"/>
                  <a:pt x="1343891" y="616528"/>
                </a:cubicBezTo>
                <a:cubicBezTo>
                  <a:pt x="1173797" y="407182"/>
                  <a:pt x="1221134" y="452411"/>
                  <a:pt x="1018309" y="360219"/>
                </a:cubicBezTo>
                <a:cubicBezTo>
                  <a:pt x="967509" y="369455"/>
                  <a:pt x="880539" y="338411"/>
                  <a:pt x="865909" y="387928"/>
                </a:cubicBezTo>
                <a:cubicBezTo>
                  <a:pt x="805204" y="593391"/>
                  <a:pt x="877949" y="629086"/>
                  <a:pt x="976746" y="699655"/>
                </a:cubicBezTo>
                <a:cubicBezTo>
                  <a:pt x="1027546" y="685800"/>
                  <a:pt x="1102055" y="703243"/>
                  <a:pt x="1129146" y="658091"/>
                </a:cubicBezTo>
                <a:cubicBezTo>
                  <a:pt x="1194332" y="549447"/>
                  <a:pt x="1117596" y="433488"/>
                  <a:pt x="1052946" y="360219"/>
                </a:cubicBezTo>
                <a:cubicBezTo>
                  <a:pt x="1044038" y="350123"/>
                  <a:pt x="1030810" y="344438"/>
                  <a:pt x="1018309" y="339437"/>
                </a:cubicBezTo>
                <a:cubicBezTo>
                  <a:pt x="1007377" y="335064"/>
                  <a:pt x="995218" y="334819"/>
                  <a:pt x="983673" y="332510"/>
                </a:cubicBezTo>
                <a:cubicBezTo>
                  <a:pt x="1009073" y="374073"/>
                  <a:pt x="1017770" y="432704"/>
                  <a:pt x="1059873" y="457200"/>
                </a:cubicBezTo>
                <a:cubicBezTo>
                  <a:pt x="1297833" y="595649"/>
                  <a:pt x="1443743" y="550955"/>
                  <a:pt x="1704109" y="540328"/>
                </a:cubicBezTo>
                <a:cubicBezTo>
                  <a:pt x="1727200" y="533401"/>
                  <a:pt x="1751819" y="530327"/>
                  <a:pt x="1773382" y="519546"/>
                </a:cubicBezTo>
                <a:cubicBezTo>
                  <a:pt x="1780829" y="515823"/>
                  <a:pt x="1791954" y="505625"/>
                  <a:pt x="1787237" y="498764"/>
                </a:cubicBezTo>
                <a:cubicBezTo>
                  <a:pt x="1763187" y="463782"/>
                  <a:pt x="1732659" y="432024"/>
                  <a:pt x="1697182" y="408710"/>
                </a:cubicBezTo>
                <a:cubicBezTo>
                  <a:pt x="1579543" y="331404"/>
                  <a:pt x="1550093" y="340062"/>
                  <a:pt x="1427019" y="325582"/>
                </a:cubicBezTo>
                <a:cubicBezTo>
                  <a:pt x="1348510" y="327891"/>
                  <a:pt x="1269852" y="327167"/>
                  <a:pt x="1191491" y="332510"/>
                </a:cubicBezTo>
                <a:cubicBezTo>
                  <a:pt x="1122507" y="337214"/>
                  <a:pt x="1108676" y="357372"/>
                  <a:pt x="1039091" y="374073"/>
                </a:cubicBezTo>
                <a:cubicBezTo>
                  <a:pt x="1009558" y="381161"/>
                  <a:pt x="978995" y="382935"/>
                  <a:pt x="949037" y="387928"/>
                </a:cubicBezTo>
                <a:cubicBezTo>
                  <a:pt x="923572" y="392172"/>
                  <a:pt x="898237" y="397164"/>
                  <a:pt x="872837" y="401782"/>
                </a:cubicBezTo>
                <a:cubicBezTo>
                  <a:pt x="858982" y="408709"/>
                  <a:pt x="837869" y="408548"/>
                  <a:pt x="831273" y="422564"/>
                </a:cubicBezTo>
                <a:cubicBezTo>
                  <a:pt x="817368" y="452111"/>
                  <a:pt x="819746" y="486973"/>
                  <a:pt x="817419" y="519546"/>
                </a:cubicBezTo>
                <a:cubicBezTo>
                  <a:pt x="812810" y="584077"/>
                  <a:pt x="812800" y="648855"/>
                  <a:pt x="810491" y="713510"/>
                </a:cubicBezTo>
                <a:cubicBezTo>
                  <a:pt x="789709" y="699655"/>
                  <a:pt x="761341" y="693153"/>
                  <a:pt x="748146" y="671946"/>
                </a:cubicBezTo>
                <a:cubicBezTo>
                  <a:pt x="695225" y="586893"/>
                  <a:pt x="649339" y="496429"/>
                  <a:pt x="616528" y="401782"/>
                </a:cubicBezTo>
                <a:cubicBezTo>
                  <a:pt x="588790" y="321769"/>
                  <a:pt x="587433" y="234833"/>
                  <a:pt x="568037" y="152400"/>
                </a:cubicBezTo>
                <a:cubicBezTo>
                  <a:pt x="554057" y="92987"/>
                  <a:pt x="535153" y="52582"/>
                  <a:pt x="512619" y="0"/>
                </a:cubicBezTo>
                <a:cubicBezTo>
                  <a:pt x="404960" y="53830"/>
                  <a:pt x="455598" y="26063"/>
                  <a:pt x="318655" y="110837"/>
                </a:cubicBezTo>
                <a:cubicBezTo>
                  <a:pt x="311576" y="115219"/>
                  <a:pt x="297873" y="124691"/>
                  <a:pt x="297873" y="124691"/>
                </a:cubicBezTo>
                <a:cubicBezTo>
                  <a:pt x="267667" y="245517"/>
                  <a:pt x="259600" y="237211"/>
                  <a:pt x="297873" y="401782"/>
                </a:cubicBezTo>
                <a:cubicBezTo>
                  <a:pt x="306531" y="439011"/>
                  <a:pt x="338868" y="468211"/>
                  <a:pt x="346364" y="505691"/>
                </a:cubicBezTo>
                <a:cubicBezTo>
                  <a:pt x="349566" y="521701"/>
                  <a:pt x="326062" y="478874"/>
                  <a:pt x="311728" y="471055"/>
                </a:cubicBezTo>
                <a:cubicBezTo>
                  <a:pt x="286328" y="457200"/>
                  <a:pt x="262565" y="439791"/>
                  <a:pt x="235528" y="429491"/>
                </a:cubicBezTo>
                <a:cubicBezTo>
                  <a:pt x="213522" y="421108"/>
                  <a:pt x="143915" y="423084"/>
                  <a:pt x="166255" y="415637"/>
                </a:cubicBezTo>
                <a:cubicBezTo>
                  <a:pt x="194817" y="406116"/>
                  <a:pt x="226291" y="420255"/>
                  <a:pt x="256309" y="422564"/>
                </a:cubicBezTo>
                <a:cubicBezTo>
                  <a:pt x="302491" y="415637"/>
                  <a:pt x="350037" y="414900"/>
                  <a:pt x="394855" y="401782"/>
                </a:cubicBezTo>
                <a:cubicBezTo>
                  <a:pt x="445487" y="386963"/>
                  <a:pt x="540328" y="339437"/>
                  <a:pt x="540328" y="339437"/>
                </a:cubicBezTo>
                <a:cubicBezTo>
                  <a:pt x="535710" y="327891"/>
                  <a:pt x="537136" y="311198"/>
                  <a:pt x="526473" y="304800"/>
                </a:cubicBezTo>
                <a:cubicBezTo>
                  <a:pt x="477437" y="275378"/>
                  <a:pt x="238105" y="242897"/>
                  <a:pt x="235528" y="242455"/>
                </a:cubicBezTo>
                <a:lnTo>
                  <a:pt x="193964" y="235528"/>
                </a:lnTo>
                <a:cubicBezTo>
                  <a:pt x="139511" y="249141"/>
                  <a:pt x="101331" y="249444"/>
                  <a:pt x="235528" y="346364"/>
                </a:cubicBezTo>
                <a:cubicBezTo>
                  <a:pt x="491912" y="531530"/>
                  <a:pt x="462913" y="508933"/>
                  <a:pt x="685800" y="519546"/>
                </a:cubicBezTo>
                <a:cubicBezTo>
                  <a:pt x="699655" y="510310"/>
                  <a:pt x="723185" y="507955"/>
                  <a:pt x="727364" y="491837"/>
                </a:cubicBezTo>
                <a:cubicBezTo>
                  <a:pt x="748329" y="410971"/>
                  <a:pt x="751965" y="297657"/>
                  <a:pt x="678873" y="235528"/>
                </a:cubicBezTo>
                <a:cubicBezTo>
                  <a:pt x="657111" y="217030"/>
                  <a:pt x="623455" y="221673"/>
                  <a:pt x="595746" y="214746"/>
                </a:cubicBezTo>
                <a:cubicBezTo>
                  <a:pt x="574964" y="217055"/>
                  <a:pt x="552348" y="212830"/>
                  <a:pt x="533400" y="221673"/>
                </a:cubicBezTo>
                <a:cubicBezTo>
                  <a:pt x="515645" y="229959"/>
                  <a:pt x="499198" y="245079"/>
                  <a:pt x="491837" y="263237"/>
                </a:cubicBezTo>
                <a:cubicBezTo>
                  <a:pt x="464435" y="330828"/>
                  <a:pt x="416775" y="528846"/>
                  <a:pt x="394855" y="616528"/>
                </a:cubicBezTo>
                <a:cubicBezTo>
                  <a:pt x="404091" y="648855"/>
                  <a:pt x="392962" y="697570"/>
                  <a:pt x="422564" y="713510"/>
                </a:cubicBezTo>
                <a:cubicBezTo>
                  <a:pt x="445745" y="725992"/>
                  <a:pt x="478278" y="690498"/>
                  <a:pt x="484909" y="665019"/>
                </a:cubicBezTo>
                <a:cubicBezTo>
                  <a:pt x="523734" y="515849"/>
                  <a:pt x="531091" y="360219"/>
                  <a:pt x="554182" y="207819"/>
                </a:cubicBezTo>
                <a:cubicBezTo>
                  <a:pt x="488432" y="39789"/>
                  <a:pt x="538124" y="52640"/>
                  <a:pt x="387928" y="6928"/>
                </a:cubicBezTo>
                <a:cubicBezTo>
                  <a:pt x="370118" y="1508"/>
                  <a:pt x="350982" y="2309"/>
                  <a:pt x="332509" y="0"/>
                </a:cubicBezTo>
                <a:cubicBezTo>
                  <a:pt x="320964" y="2309"/>
                  <a:pt x="308404" y="1662"/>
                  <a:pt x="297873" y="6928"/>
                </a:cubicBezTo>
                <a:cubicBezTo>
                  <a:pt x="243856" y="33937"/>
                  <a:pt x="222400" y="54813"/>
                  <a:pt x="180109" y="90055"/>
                </a:cubicBezTo>
                <a:cubicBezTo>
                  <a:pt x="150450" y="228471"/>
                  <a:pt x="143513" y="222980"/>
                  <a:pt x="166255" y="408710"/>
                </a:cubicBezTo>
                <a:cubicBezTo>
                  <a:pt x="171228" y="449324"/>
                  <a:pt x="180931" y="490755"/>
                  <a:pt x="200891" y="526473"/>
                </a:cubicBezTo>
                <a:cubicBezTo>
                  <a:pt x="225698" y="570864"/>
                  <a:pt x="261915" y="608279"/>
                  <a:pt x="297873" y="644237"/>
                </a:cubicBezTo>
                <a:cubicBezTo>
                  <a:pt x="329238" y="675602"/>
                  <a:pt x="248821" y="568724"/>
                  <a:pt x="214746" y="540328"/>
                </a:cubicBezTo>
                <a:lnTo>
                  <a:pt x="173182" y="505691"/>
                </a:lnTo>
                <a:cubicBezTo>
                  <a:pt x="163946" y="531091"/>
                  <a:pt x="147687" y="554955"/>
                  <a:pt x="145473" y="581891"/>
                </a:cubicBezTo>
                <a:cubicBezTo>
                  <a:pt x="108959" y="1026156"/>
                  <a:pt x="268649" y="965701"/>
                  <a:pt x="110837" y="1018310"/>
                </a:cubicBezTo>
                <a:cubicBezTo>
                  <a:pt x="95044" y="986723"/>
                  <a:pt x="19550" y="850292"/>
                  <a:pt x="6928" y="789710"/>
                </a:cubicBezTo>
                <a:cubicBezTo>
                  <a:pt x="787" y="760236"/>
                  <a:pt x="2309" y="729673"/>
                  <a:pt x="0" y="699655"/>
                </a:cubicBezTo>
                <a:cubicBezTo>
                  <a:pt x="32327" y="692728"/>
                  <a:pt x="64013" y="676400"/>
                  <a:pt x="96982" y="678873"/>
                </a:cubicBezTo>
                <a:cubicBezTo>
                  <a:pt x="158424" y="683481"/>
                  <a:pt x="218639" y="700953"/>
                  <a:pt x="277091" y="720437"/>
                </a:cubicBezTo>
                <a:cubicBezTo>
                  <a:pt x="316278" y="733499"/>
                  <a:pt x="350634" y="758096"/>
                  <a:pt x="387928" y="775855"/>
                </a:cubicBezTo>
                <a:cubicBezTo>
                  <a:pt x="399155" y="781201"/>
                  <a:pt x="411019" y="785092"/>
                  <a:pt x="422564" y="789710"/>
                </a:cubicBezTo>
                <a:cubicBezTo>
                  <a:pt x="355600" y="736601"/>
                  <a:pt x="285994" y="686663"/>
                  <a:pt x="221673" y="630382"/>
                </a:cubicBezTo>
                <a:cubicBezTo>
                  <a:pt x="203200" y="614218"/>
                  <a:pt x="183612" y="599248"/>
                  <a:pt x="166255" y="581891"/>
                </a:cubicBezTo>
                <a:cubicBezTo>
                  <a:pt x="158091" y="573727"/>
                  <a:pt x="134029" y="552656"/>
                  <a:pt x="145473" y="554182"/>
                </a:cubicBezTo>
                <a:cubicBezTo>
                  <a:pt x="223192" y="564545"/>
                  <a:pt x="297873" y="591127"/>
                  <a:pt x="374073" y="609600"/>
                </a:cubicBezTo>
                <a:cubicBezTo>
                  <a:pt x="399473" y="604982"/>
                  <a:pt x="446347" y="621262"/>
                  <a:pt x="450273" y="595746"/>
                </a:cubicBezTo>
                <a:cubicBezTo>
                  <a:pt x="466145" y="492576"/>
                  <a:pt x="410177" y="424601"/>
                  <a:pt x="339437" y="374073"/>
                </a:cubicBezTo>
                <a:cubicBezTo>
                  <a:pt x="329318" y="366845"/>
                  <a:pt x="316346" y="364837"/>
                  <a:pt x="304800" y="360219"/>
                </a:cubicBezTo>
                <a:cubicBezTo>
                  <a:pt x="300182" y="369455"/>
                  <a:pt x="286722" y="378505"/>
                  <a:pt x="290946" y="387928"/>
                </a:cubicBezTo>
                <a:cubicBezTo>
                  <a:pt x="388264" y="605020"/>
                  <a:pt x="357532" y="502110"/>
                  <a:pt x="443346" y="616528"/>
                </a:cubicBezTo>
                <a:cubicBezTo>
                  <a:pt x="451183" y="626978"/>
                  <a:pt x="425747" y="597090"/>
                  <a:pt x="415637" y="588819"/>
                </a:cubicBezTo>
                <a:cubicBezTo>
                  <a:pt x="372867" y="553825"/>
                  <a:pt x="381703" y="559034"/>
                  <a:pt x="346364" y="547255"/>
                </a:cubicBezTo>
                <a:cubicBezTo>
                  <a:pt x="355600" y="563419"/>
                  <a:pt x="357730" y="586831"/>
                  <a:pt x="374073" y="595746"/>
                </a:cubicBezTo>
                <a:cubicBezTo>
                  <a:pt x="823023" y="840627"/>
                  <a:pt x="716725" y="811027"/>
                  <a:pt x="1004455" y="858982"/>
                </a:cubicBezTo>
                <a:cubicBezTo>
                  <a:pt x="1791731" y="812214"/>
                  <a:pt x="1470561" y="811273"/>
                  <a:pt x="1967346" y="824346"/>
                </a:cubicBezTo>
                <a:cubicBezTo>
                  <a:pt x="2004291" y="833582"/>
                  <a:pt x="2041442" y="842035"/>
                  <a:pt x="2078182" y="852055"/>
                </a:cubicBezTo>
                <a:cubicBezTo>
                  <a:pt x="2092272" y="855898"/>
                  <a:pt x="2109092" y="855922"/>
                  <a:pt x="2119746" y="865910"/>
                </a:cubicBezTo>
                <a:cubicBezTo>
                  <a:pt x="2147375" y="891812"/>
                  <a:pt x="2162240" y="929185"/>
                  <a:pt x="2189019" y="955964"/>
                </a:cubicBezTo>
                <a:lnTo>
                  <a:pt x="2216728" y="983673"/>
                </a:lnTo>
                <a:cubicBezTo>
                  <a:pt x="2233269" y="980916"/>
                  <a:pt x="2270200" y="985149"/>
                  <a:pt x="2272146" y="955964"/>
                </a:cubicBezTo>
                <a:cubicBezTo>
                  <a:pt x="2273996" y="928221"/>
                  <a:pt x="2270343" y="900166"/>
                  <a:pt x="2265219" y="872837"/>
                </a:cubicBezTo>
                <a:cubicBezTo>
                  <a:pt x="2263316" y="862687"/>
                  <a:pt x="2255558" y="854565"/>
                  <a:pt x="2251364" y="845128"/>
                </a:cubicBezTo>
                <a:cubicBezTo>
                  <a:pt x="2246314" y="833765"/>
                  <a:pt x="2241759" y="822177"/>
                  <a:pt x="2237509" y="810491"/>
                </a:cubicBezTo>
                <a:cubicBezTo>
                  <a:pt x="2215556" y="750119"/>
                  <a:pt x="2230514" y="789469"/>
                  <a:pt x="2216728" y="741219"/>
                </a:cubicBezTo>
                <a:cubicBezTo>
                  <a:pt x="2214722" y="734198"/>
                  <a:pt x="2214283" y="726201"/>
                  <a:pt x="2209800" y="720437"/>
                </a:cubicBezTo>
                <a:cubicBezTo>
                  <a:pt x="2197771" y="704971"/>
                  <a:pt x="2184383" y="689973"/>
                  <a:pt x="2168237" y="678873"/>
                </a:cubicBezTo>
                <a:cubicBezTo>
                  <a:pt x="2084803" y="621512"/>
                  <a:pt x="1980129" y="621236"/>
                  <a:pt x="1884219" y="602673"/>
                </a:cubicBezTo>
                <a:cubicBezTo>
                  <a:pt x="1858819" y="609600"/>
                  <a:pt x="1828887" y="607403"/>
                  <a:pt x="1808019" y="623455"/>
                </a:cubicBezTo>
                <a:cubicBezTo>
                  <a:pt x="1794695" y="633705"/>
                  <a:pt x="1792491" y="655219"/>
                  <a:pt x="1794164" y="671946"/>
                </a:cubicBezTo>
                <a:cubicBezTo>
                  <a:pt x="1801854" y="748849"/>
                  <a:pt x="1816308" y="755322"/>
                  <a:pt x="1856509" y="803564"/>
                </a:cubicBezTo>
                <a:cubicBezTo>
                  <a:pt x="1863436" y="801255"/>
                  <a:pt x="1879733" y="803519"/>
                  <a:pt x="1877291" y="796637"/>
                </a:cubicBezTo>
                <a:cubicBezTo>
                  <a:pt x="1800583" y="580459"/>
                  <a:pt x="1826104" y="620524"/>
                  <a:pt x="1690255" y="526473"/>
                </a:cubicBezTo>
                <a:cubicBezTo>
                  <a:pt x="1697912" y="503500"/>
                  <a:pt x="1689880" y="505691"/>
                  <a:pt x="1704109" y="50569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Arrow: Bent 11">
            <a:extLst>
              <a:ext uri="{FF2B5EF4-FFF2-40B4-BE49-F238E27FC236}">
                <a16:creationId xmlns:a16="http://schemas.microsoft.com/office/drawing/2014/main" id="{50C147CC-8275-010B-0384-7904EF4438BA}"/>
              </a:ext>
            </a:extLst>
          </p:cNvPr>
          <p:cNvSpPr/>
          <p:nvPr/>
        </p:nvSpPr>
        <p:spPr>
          <a:xfrm>
            <a:off x="634425" y="237288"/>
            <a:ext cx="813816" cy="868680"/>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endParaRPr>
          </a:p>
        </p:txBody>
      </p:sp>
    </p:spTree>
    <p:extLst>
      <p:ext uri="{BB962C8B-B14F-4D97-AF65-F5344CB8AC3E}">
        <p14:creationId xmlns:p14="http://schemas.microsoft.com/office/powerpoint/2010/main" val="2091870488"/>
      </p:ext>
    </p:extLst>
  </p:cSld>
  <p:clrMapOvr>
    <a:masterClrMapping/>
  </p:clrMapOvr>
  <mc:AlternateContent xmlns:mc="http://schemas.openxmlformats.org/markup-compatibility/2006" xmlns:p14="http://schemas.microsoft.com/office/powerpoint/2010/main">
    <mc:Choice Requires="p14">
      <p:transition spd="med" advTm="64338">
        <p14:switch dir="l"/>
      </p:transition>
    </mc:Choice>
    <mc:Fallback xmlns="">
      <p:transition spd="med" advTm="64338">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Why Do I Procrastinate? Productivity Solutions for People With ADHD">
            <a:extLst>
              <a:ext uri="{FF2B5EF4-FFF2-40B4-BE49-F238E27FC236}">
                <a16:creationId xmlns:a16="http://schemas.microsoft.com/office/drawing/2014/main" id="{28D2D1B6-0F38-EACB-F4B5-B9ECB07B22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solidFill>
            <a:schemeClr val="bg1">
              <a:lumMod val="95000"/>
            </a:schemeClr>
          </a:solidFill>
        </p:spPr>
      </p:pic>
      <p:grpSp>
        <p:nvGrpSpPr>
          <p:cNvPr id="40" name="Group 39">
            <a:extLst>
              <a:ext uri="{FF2B5EF4-FFF2-40B4-BE49-F238E27FC236}">
                <a16:creationId xmlns:a16="http://schemas.microsoft.com/office/drawing/2014/main" id="{2EC9829F-B074-B9C6-EBB6-99858CFE065B}"/>
              </a:ext>
            </a:extLst>
          </p:cNvPr>
          <p:cNvGrpSpPr/>
          <p:nvPr/>
        </p:nvGrpSpPr>
        <p:grpSpPr>
          <a:xfrm>
            <a:off x="-823656" y="114856"/>
            <a:ext cx="13711068" cy="6708446"/>
            <a:chOff x="-823656" y="114856"/>
            <a:chExt cx="13711068" cy="6708446"/>
          </a:xfrm>
          <a:solidFill>
            <a:srgbClr val="156082">
              <a:alpha val="75000"/>
            </a:srgbClr>
          </a:solidFill>
        </p:grpSpPr>
        <p:sp>
          <p:nvSpPr>
            <p:cNvPr id="27" name="Rectangle: Rounded Corners 26">
              <a:extLst>
                <a:ext uri="{FF2B5EF4-FFF2-40B4-BE49-F238E27FC236}">
                  <a16:creationId xmlns:a16="http://schemas.microsoft.com/office/drawing/2014/main" id="{09302F73-B577-829D-8D94-0BB4BCDF45BB}"/>
                </a:ext>
              </a:extLst>
            </p:cNvPr>
            <p:cNvSpPr/>
            <p:nvPr/>
          </p:nvSpPr>
          <p:spPr>
            <a:xfrm rot="18900000">
              <a:off x="7828081" y="690088"/>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Rectangle: Rounded Corners 37">
              <a:extLst>
                <a:ext uri="{FF2B5EF4-FFF2-40B4-BE49-F238E27FC236}">
                  <a16:creationId xmlns:a16="http://schemas.microsoft.com/office/drawing/2014/main" id="{44E3A1D2-30D3-AA2B-BD55-3446DA0387AA}"/>
                </a:ext>
              </a:extLst>
            </p:cNvPr>
            <p:cNvSpPr/>
            <p:nvPr/>
          </p:nvSpPr>
          <p:spPr>
            <a:xfrm rot="18900000">
              <a:off x="6832456" y="736586"/>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Rectangle: Rounded Corners 38">
              <a:extLst>
                <a:ext uri="{FF2B5EF4-FFF2-40B4-BE49-F238E27FC236}">
                  <a16:creationId xmlns:a16="http://schemas.microsoft.com/office/drawing/2014/main" id="{B3B363A1-AC04-9AA6-155F-9C84D0A1B218}"/>
                </a:ext>
              </a:extLst>
            </p:cNvPr>
            <p:cNvSpPr/>
            <p:nvPr/>
          </p:nvSpPr>
          <p:spPr>
            <a:xfrm rot="18900000">
              <a:off x="6908503" y="119677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Rounded Corners 4">
              <a:extLst>
                <a:ext uri="{FF2B5EF4-FFF2-40B4-BE49-F238E27FC236}">
                  <a16:creationId xmlns:a16="http://schemas.microsoft.com/office/drawing/2014/main" id="{564FCDFD-845E-5E78-0EAA-BEBADDDDDC37}"/>
                </a:ext>
              </a:extLst>
            </p:cNvPr>
            <p:cNvSpPr/>
            <p:nvPr/>
          </p:nvSpPr>
          <p:spPr>
            <a:xfrm rot="18900000">
              <a:off x="96940" y="685193"/>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Rounded Corners 5">
              <a:extLst>
                <a:ext uri="{FF2B5EF4-FFF2-40B4-BE49-F238E27FC236}">
                  <a16:creationId xmlns:a16="http://schemas.microsoft.com/office/drawing/2014/main" id="{CFB612CB-F604-2864-8B74-3E6362DC5580}"/>
                </a:ext>
              </a:extLst>
            </p:cNvPr>
            <p:cNvSpPr/>
            <p:nvPr/>
          </p:nvSpPr>
          <p:spPr>
            <a:xfrm rot="18900000">
              <a:off x="672643" y="692896"/>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Rounded Corners 6">
              <a:extLst>
                <a:ext uri="{FF2B5EF4-FFF2-40B4-BE49-F238E27FC236}">
                  <a16:creationId xmlns:a16="http://schemas.microsoft.com/office/drawing/2014/main" id="{620EA5B5-7CAA-42D1-9E06-30C24EACED16}"/>
                </a:ext>
              </a:extLst>
            </p:cNvPr>
            <p:cNvSpPr/>
            <p:nvPr/>
          </p:nvSpPr>
          <p:spPr>
            <a:xfrm rot="18900000">
              <a:off x="1030969" y="96876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Rounded Corners 7">
              <a:extLst>
                <a:ext uri="{FF2B5EF4-FFF2-40B4-BE49-F238E27FC236}">
                  <a16:creationId xmlns:a16="http://schemas.microsoft.com/office/drawing/2014/main" id="{F7DF1C80-77A3-435A-CAF7-C2ED2EDDDC86}"/>
                </a:ext>
              </a:extLst>
            </p:cNvPr>
            <p:cNvSpPr/>
            <p:nvPr/>
          </p:nvSpPr>
          <p:spPr>
            <a:xfrm rot="18900000">
              <a:off x="1778812" y="699913"/>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Rounded Corners 8">
              <a:extLst>
                <a:ext uri="{FF2B5EF4-FFF2-40B4-BE49-F238E27FC236}">
                  <a16:creationId xmlns:a16="http://schemas.microsoft.com/office/drawing/2014/main" id="{F9BC7253-8CD6-B220-8510-83B86409575C}"/>
                </a:ext>
              </a:extLst>
            </p:cNvPr>
            <p:cNvSpPr/>
            <p:nvPr/>
          </p:nvSpPr>
          <p:spPr>
            <a:xfrm rot="18900000">
              <a:off x="2041896" y="103088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Rounded Corners 9">
              <a:extLst>
                <a:ext uri="{FF2B5EF4-FFF2-40B4-BE49-F238E27FC236}">
                  <a16:creationId xmlns:a16="http://schemas.microsoft.com/office/drawing/2014/main" id="{3429F54A-EC08-ED64-CAFB-61107D0EF1F1}"/>
                </a:ext>
              </a:extLst>
            </p:cNvPr>
            <p:cNvSpPr/>
            <p:nvPr/>
          </p:nvSpPr>
          <p:spPr>
            <a:xfrm rot="18900000">
              <a:off x="2956906" y="648730"/>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Rounded Corners 10">
              <a:extLst>
                <a:ext uri="{FF2B5EF4-FFF2-40B4-BE49-F238E27FC236}">
                  <a16:creationId xmlns:a16="http://schemas.microsoft.com/office/drawing/2014/main" id="{05E9C379-18C4-EC7B-49DB-FB3E0218DFBB}"/>
                </a:ext>
              </a:extLst>
            </p:cNvPr>
            <p:cNvSpPr/>
            <p:nvPr/>
          </p:nvSpPr>
          <p:spPr>
            <a:xfrm rot="18900000">
              <a:off x="3532609" y="679775"/>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2" name="Rectangle: Rounded Corners 11">
              <a:extLst>
                <a:ext uri="{FF2B5EF4-FFF2-40B4-BE49-F238E27FC236}">
                  <a16:creationId xmlns:a16="http://schemas.microsoft.com/office/drawing/2014/main" id="{B784D4BD-5429-DA6A-BB3D-9A96B5CF8762}"/>
                </a:ext>
              </a:extLst>
            </p:cNvPr>
            <p:cNvSpPr/>
            <p:nvPr/>
          </p:nvSpPr>
          <p:spPr>
            <a:xfrm rot="18900000">
              <a:off x="3712421" y="104208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Rounded Corners 12">
              <a:extLst>
                <a:ext uri="{FF2B5EF4-FFF2-40B4-BE49-F238E27FC236}">
                  <a16:creationId xmlns:a16="http://schemas.microsoft.com/office/drawing/2014/main" id="{674796F2-97AD-916D-9951-AA3FD06288A9}"/>
                </a:ext>
              </a:extLst>
            </p:cNvPr>
            <p:cNvSpPr/>
            <p:nvPr/>
          </p:nvSpPr>
          <p:spPr>
            <a:xfrm rot="18900000">
              <a:off x="4460264" y="791348"/>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Rounded Corners 13">
              <a:extLst>
                <a:ext uri="{FF2B5EF4-FFF2-40B4-BE49-F238E27FC236}">
                  <a16:creationId xmlns:a16="http://schemas.microsoft.com/office/drawing/2014/main" id="{9FF96EFA-21FD-A7AD-CA66-D62EF74E27E2}"/>
                </a:ext>
              </a:extLst>
            </p:cNvPr>
            <p:cNvSpPr/>
            <p:nvPr/>
          </p:nvSpPr>
          <p:spPr>
            <a:xfrm rot="18900000">
              <a:off x="4824964" y="86477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24EA6785-0538-8B1A-D327-1E03D0777171}"/>
                </a:ext>
              </a:extLst>
            </p:cNvPr>
            <p:cNvSpPr/>
            <p:nvPr/>
          </p:nvSpPr>
          <p:spPr>
            <a:xfrm rot="18900000">
              <a:off x="5426226" y="736586"/>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Rounded Corners 15">
              <a:extLst>
                <a:ext uri="{FF2B5EF4-FFF2-40B4-BE49-F238E27FC236}">
                  <a16:creationId xmlns:a16="http://schemas.microsoft.com/office/drawing/2014/main" id="{78507D63-81E6-F7C9-7DEE-05D3AF775431}"/>
                </a:ext>
              </a:extLst>
            </p:cNvPr>
            <p:cNvSpPr/>
            <p:nvPr/>
          </p:nvSpPr>
          <p:spPr>
            <a:xfrm rot="18900000">
              <a:off x="5939013" y="72815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Rounded Corners 16">
              <a:extLst>
                <a:ext uri="{FF2B5EF4-FFF2-40B4-BE49-F238E27FC236}">
                  <a16:creationId xmlns:a16="http://schemas.microsoft.com/office/drawing/2014/main" id="{E6DE011A-D5B4-3CFE-C94C-848AD9EA9091}"/>
                </a:ext>
              </a:extLst>
            </p:cNvPr>
            <p:cNvSpPr/>
            <p:nvPr/>
          </p:nvSpPr>
          <p:spPr>
            <a:xfrm rot="18900000">
              <a:off x="6293313" y="791347"/>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Rounded Corners 17">
              <a:extLst>
                <a:ext uri="{FF2B5EF4-FFF2-40B4-BE49-F238E27FC236}">
                  <a16:creationId xmlns:a16="http://schemas.microsoft.com/office/drawing/2014/main" id="{8A51CB24-D5F2-2A19-F88A-FF32076BDB30}"/>
                </a:ext>
              </a:extLst>
            </p:cNvPr>
            <p:cNvSpPr/>
            <p:nvPr/>
          </p:nvSpPr>
          <p:spPr>
            <a:xfrm rot="18900000">
              <a:off x="-794007" y="250785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Rounded Corners 18">
              <a:extLst>
                <a:ext uri="{FF2B5EF4-FFF2-40B4-BE49-F238E27FC236}">
                  <a16:creationId xmlns:a16="http://schemas.microsoft.com/office/drawing/2014/main" id="{D815B7D2-056A-6277-1441-C66B4F668285}"/>
                </a:ext>
              </a:extLst>
            </p:cNvPr>
            <p:cNvSpPr/>
            <p:nvPr/>
          </p:nvSpPr>
          <p:spPr>
            <a:xfrm rot="18900000">
              <a:off x="-823656" y="431102"/>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Rounded Corners 19">
              <a:extLst>
                <a:ext uri="{FF2B5EF4-FFF2-40B4-BE49-F238E27FC236}">
                  <a16:creationId xmlns:a16="http://schemas.microsoft.com/office/drawing/2014/main" id="{3C293587-5B0F-1403-CA4F-F84046791D49}"/>
                </a:ext>
              </a:extLst>
            </p:cNvPr>
            <p:cNvSpPr/>
            <p:nvPr/>
          </p:nvSpPr>
          <p:spPr>
            <a:xfrm rot="18900000">
              <a:off x="-534583" y="4393704"/>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Rectangle: Rounded Corners 20">
              <a:extLst>
                <a:ext uri="{FF2B5EF4-FFF2-40B4-BE49-F238E27FC236}">
                  <a16:creationId xmlns:a16="http://schemas.microsoft.com/office/drawing/2014/main" id="{785AA909-EC74-F2E3-E7C3-91585DEF5E59}"/>
                </a:ext>
              </a:extLst>
            </p:cNvPr>
            <p:cNvSpPr/>
            <p:nvPr/>
          </p:nvSpPr>
          <p:spPr>
            <a:xfrm rot="18900000">
              <a:off x="184253" y="5164595"/>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Rounded Corners 21">
              <a:extLst>
                <a:ext uri="{FF2B5EF4-FFF2-40B4-BE49-F238E27FC236}">
                  <a16:creationId xmlns:a16="http://schemas.microsoft.com/office/drawing/2014/main" id="{3C555C40-2D73-0BB7-ED38-BC01C745ECB7}"/>
                </a:ext>
              </a:extLst>
            </p:cNvPr>
            <p:cNvSpPr/>
            <p:nvPr/>
          </p:nvSpPr>
          <p:spPr>
            <a:xfrm rot="18900000">
              <a:off x="1003739" y="6342224"/>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Rounded Corners 22">
              <a:extLst>
                <a:ext uri="{FF2B5EF4-FFF2-40B4-BE49-F238E27FC236}">
                  <a16:creationId xmlns:a16="http://schemas.microsoft.com/office/drawing/2014/main" id="{72FFD1A1-B606-23D4-DEFC-258DCE4217E3}"/>
                </a:ext>
              </a:extLst>
            </p:cNvPr>
            <p:cNvSpPr/>
            <p:nvPr/>
          </p:nvSpPr>
          <p:spPr>
            <a:xfrm rot="18900000">
              <a:off x="3732794" y="5714633"/>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Rectangle: Rounded Corners 23">
              <a:extLst>
                <a:ext uri="{FF2B5EF4-FFF2-40B4-BE49-F238E27FC236}">
                  <a16:creationId xmlns:a16="http://schemas.microsoft.com/office/drawing/2014/main" id="{42208932-4C61-6E61-137D-C3979C3E5F73}"/>
                </a:ext>
              </a:extLst>
            </p:cNvPr>
            <p:cNvSpPr/>
            <p:nvPr/>
          </p:nvSpPr>
          <p:spPr>
            <a:xfrm rot="18900000">
              <a:off x="4995168" y="6359710"/>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Rectangle: Rounded Corners 24">
              <a:extLst>
                <a:ext uri="{FF2B5EF4-FFF2-40B4-BE49-F238E27FC236}">
                  <a16:creationId xmlns:a16="http://schemas.microsoft.com/office/drawing/2014/main" id="{D6B63378-29B9-8F98-1C6A-E14925CACE40}"/>
                </a:ext>
              </a:extLst>
            </p:cNvPr>
            <p:cNvSpPr/>
            <p:nvPr/>
          </p:nvSpPr>
          <p:spPr>
            <a:xfrm rot="18900000">
              <a:off x="5222433" y="3677767"/>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Rectangle: Rounded Corners 25">
              <a:extLst>
                <a:ext uri="{FF2B5EF4-FFF2-40B4-BE49-F238E27FC236}">
                  <a16:creationId xmlns:a16="http://schemas.microsoft.com/office/drawing/2014/main" id="{80DB6056-595C-2003-6EBE-C1A37FF5FA2C}"/>
                </a:ext>
              </a:extLst>
            </p:cNvPr>
            <p:cNvSpPr/>
            <p:nvPr/>
          </p:nvSpPr>
          <p:spPr>
            <a:xfrm rot="18900000">
              <a:off x="5066217" y="2335407"/>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Rectangle: Rounded Corners 27">
              <a:extLst>
                <a:ext uri="{FF2B5EF4-FFF2-40B4-BE49-F238E27FC236}">
                  <a16:creationId xmlns:a16="http://schemas.microsoft.com/office/drawing/2014/main" id="{42C54968-3CB3-E27A-6E7E-56BD55B9AD28}"/>
                </a:ext>
              </a:extLst>
            </p:cNvPr>
            <p:cNvSpPr/>
            <p:nvPr/>
          </p:nvSpPr>
          <p:spPr>
            <a:xfrm rot="18900000">
              <a:off x="8017260" y="129802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Rectangle: Rounded Corners 28">
              <a:extLst>
                <a:ext uri="{FF2B5EF4-FFF2-40B4-BE49-F238E27FC236}">
                  <a16:creationId xmlns:a16="http://schemas.microsoft.com/office/drawing/2014/main" id="{99938C0F-CD86-68F7-965A-1F70B5F6561A}"/>
                </a:ext>
              </a:extLst>
            </p:cNvPr>
            <p:cNvSpPr/>
            <p:nvPr/>
          </p:nvSpPr>
          <p:spPr>
            <a:xfrm rot="18900000">
              <a:off x="10305912" y="114856"/>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Rectangle: Rounded Corners 29">
              <a:extLst>
                <a:ext uri="{FF2B5EF4-FFF2-40B4-BE49-F238E27FC236}">
                  <a16:creationId xmlns:a16="http://schemas.microsoft.com/office/drawing/2014/main" id="{8800357C-4691-40C6-EAE0-DA48178A7A12}"/>
                </a:ext>
              </a:extLst>
            </p:cNvPr>
            <p:cNvSpPr/>
            <p:nvPr/>
          </p:nvSpPr>
          <p:spPr>
            <a:xfrm rot="18900000">
              <a:off x="10024293" y="182676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Rectangle: Rounded Corners 30">
              <a:extLst>
                <a:ext uri="{FF2B5EF4-FFF2-40B4-BE49-F238E27FC236}">
                  <a16:creationId xmlns:a16="http://schemas.microsoft.com/office/drawing/2014/main" id="{883C2D59-A925-8057-75D4-9CA477372067}"/>
                </a:ext>
              </a:extLst>
            </p:cNvPr>
            <p:cNvSpPr/>
            <p:nvPr/>
          </p:nvSpPr>
          <p:spPr>
            <a:xfrm rot="18900000">
              <a:off x="10935757" y="2587282"/>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Rectangle: Rounded Corners 31">
              <a:extLst>
                <a:ext uri="{FF2B5EF4-FFF2-40B4-BE49-F238E27FC236}">
                  <a16:creationId xmlns:a16="http://schemas.microsoft.com/office/drawing/2014/main" id="{0E169C70-94EA-60A9-4660-85275BED1103}"/>
                </a:ext>
              </a:extLst>
            </p:cNvPr>
            <p:cNvSpPr/>
            <p:nvPr/>
          </p:nvSpPr>
          <p:spPr>
            <a:xfrm rot="18900000">
              <a:off x="10109414" y="4685265"/>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Rectangle: Rounded Corners 32">
              <a:extLst>
                <a:ext uri="{FF2B5EF4-FFF2-40B4-BE49-F238E27FC236}">
                  <a16:creationId xmlns:a16="http://schemas.microsoft.com/office/drawing/2014/main" id="{8512581F-07DA-CECB-0B2D-62CDFAECD675}"/>
                </a:ext>
              </a:extLst>
            </p:cNvPr>
            <p:cNvSpPr/>
            <p:nvPr/>
          </p:nvSpPr>
          <p:spPr>
            <a:xfrm rot="18900000">
              <a:off x="10956128" y="5703530"/>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Rectangle: Rounded Corners 33">
              <a:extLst>
                <a:ext uri="{FF2B5EF4-FFF2-40B4-BE49-F238E27FC236}">
                  <a16:creationId xmlns:a16="http://schemas.microsoft.com/office/drawing/2014/main" id="{F0B64689-F63D-5E43-1EB2-F151E41057E8}"/>
                </a:ext>
              </a:extLst>
            </p:cNvPr>
            <p:cNvSpPr/>
            <p:nvPr/>
          </p:nvSpPr>
          <p:spPr>
            <a:xfrm rot="18900000">
              <a:off x="7164441" y="5757478"/>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Rectangle: Rounded Corners 34">
              <a:extLst>
                <a:ext uri="{FF2B5EF4-FFF2-40B4-BE49-F238E27FC236}">
                  <a16:creationId xmlns:a16="http://schemas.microsoft.com/office/drawing/2014/main" id="{92A409EB-11C5-BF5B-5494-F2B4729F9A45}"/>
                </a:ext>
              </a:extLst>
            </p:cNvPr>
            <p:cNvSpPr/>
            <p:nvPr/>
          </p:nvSpPr>
          <p:spPr>
            <a:xfrm rot="18900000">
              <a:off x="8939369" y="6357194"/>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41" name="Rectangle: Rounded Corners 40">
            <a:extLst>
              <a:ext uri="{FF2B5EF4-FFF2-40B4-BE49-F238E27FC236}">
                <a16:creationId xmlns:a16="http://schemas.microsoft.com/office/drawing/2014/main" id="{EF04A5DB-CEF4-0A3C-CFAE-8B3423DB5C2B}"/>
              </a:ext>
            </a:extLst>
          </p:cNvPr>
          <p:cNvSpPr/>
          <p:nvPr/>
        </p:nvSpPr>
        <p:spPr>
          <a:xfrm rot="21310280">
            <a:off x="836611" y="1697553"/>
            <a:ext cx="10515602" cy="4347145"/>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2" name="Rectangle: Rounded Corners 41">
            <a:extLst>
              <a:ext uri="{FF2B5EF4-FFF2-40B4-BE49-F238E27FC236}">
                <a16:creationId xmlns:a16="http://schemas.microsoft.com/office/drawing/2014/main" id="{49357979-1CFB-F6D1-5724-B5E5567072D2}"/>
              </a:ext>
            </a:extLst>
          </p:cNvPr>
          <p:cNvSpPr/>
          <p:nvPr/>
        </p:nvSpPr>
        <p:spPr>
          <a:xfrm>
            <a:off x="836612" y="1509615"/>
            <a:ext cx="10515600" cy="4680048"/>
          </a:xfrm>
          <a:prstGeom prst="roundRect">
            <a:avLst/>
          </a:prstGeom>
          <a:solidFill>
            <a:srgbClr val="FBFC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FD4F45A8-A7E6-400D-D174-82649BFB8C83}"/>
              </a:ext>
            </a:extLst>
          </p:cNvPr>
          <p:cNvSpPr>
            <a:spLocks noGrp="1"/>
          </p:cNvSpPr>
          <p:nvPr>
            <p:ph type="title"/>
          </p:nvPr>
        </p:nvSpPr>
        <p:spPr/>
        <p:txBody>
          <a:bodyPr/>
          <a:lstStyle/>
          <a:p>
            <a:r>
              <a:rPr lang="en-CA" dirty="0">
                <a:solidFill>
                  <a:schemeClr val="bg1"/>
                </a:solidFill>
                <a:latin typeface="Aharoni" panose="02010803020104030203" pitchFamily="2" charset="-79"/>
                <a:cs typeface="Aharoni" panose="02010803020104030203" pitchFamily="2" charset="-79"/>
              </a:rPr>
              <a:t>Ways to Stop Procrastinating</a:t>
            </a:r>
          </a:p>
        </p:txBody>
      </p:sp>
      <p:sp>
        <p:nvSpPr>
          <p:cNvPr id="3" name="Content Placeholder 2">
            <a:extLst>
              <a:ext uri="{FF2B5EF4-FFF2-40B4-BE49-F238E27FC236}">
                <a16:creationId xmlns:a16="http://schemas.microsoft.com/office/drawing/2014/main" id="{DCEEA46E-70DC-AB91-34DC-F57A6D937025}"/>
              </a:ext>
            </a:extLst>
          </p:cNvPr>
          <p:cNvSpPr>
            <a:spLocks noGrp="1"/>
          </p:cNvSpPr>
          <p:nvPr>
            <p:ph idx="1"/>
          </p:nvPr>
        </p:nvSpPr>
        <p:spPr/>
        <p:txBody>
          <a:bodyPr/>
          <a:lstStyle/>
          <a:p>
            <a:r>
              <a:rPr lang="en-CA" dirty="0"/>
              <a:t>Turn off phone</a:t>
            </a:r>
          </a:p>
          <a:p>
            <a:r>
              <a:rPr lang="en-CA" dirty="0"/>
              <a:t>Close unnecessary/distracting apps</a:t>
            </a:r>
          </a:p>
          <a:p>
            <a:r>
              <a:rPr lang="en-CA" dirty="0"/>
              <a:t>Turn off notifications</a:t>
            </a:r>
          </a:p>
          <a:p>
            <a:r>
              <a:rPr lang="en-CA" dirty="0"/>
              <a:t>Set goals and estimate time limits</a:t>
            </a:r>
          </a:p>
          <a:p>
            <a:r>
              <a:rPr lang="en-CA" dirty="0"/>
              <a:t>Work on harder homework before easier homework, before more “fun” activities.</a:t>
            </a:r>
          </a:p>
          <a:p>
            <a:r>
              <a:rPr lang="en-CA" dirty="0"/>
              <a:t>Don’t get distracted with rewards.</a:t>
            </a:r>
          </a:p>
        </p:txBody>
      </p:sp>
    </p:spTree>
    <p:extLst>
      <p:ext uri="{BB962C8B-B14F-4D97-AF65-F5344CB8AC3E}">
        <p14:creationId xmlns:p14="http://schemas.microsoft.com/office/powerpoint/2010/main" val="160730739"/>
      </p:ext>
    </p:extLst>
  </p:cSld>
  <p:clrMapOvr>
    <a:masterClrMapping/>
  </p:clrMapOvr>
  <mc:AlternateContent xmlns:mc="http://schemas.openxmlformats.org/markup-compatibility/2006" xmlns:p14="http://schemas.microsoft.com/office/powerpoint/2010/main">
    <mc:Choice Requires="p14">
      <p:transition spd="med" advTm="70023">
        <p14:switch dir="l"/>
      </p:transition>
    </mc:Choice>
    <mc:Fallback xmlns="">
      <p:transition spd="med" advTm="70023">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EA47B-38AE-F2E2-66DC-C5156B82A288}"/>
            </a:ext>
          </a:extLst>
        </p:cNvPr>
        <p:cNvGrpSpPr/>
        <p:nvPr/>
      </p:nvGrpSpPr>
      <p:grpSpPr>
        <a:xfrm>
          <a:off x="0" y="0"/>
          <a:ext cx="0" cy="0"/>
          <a:chOff x="0" y="0"/>
          <a:chExt cx="0" cy="0"/>
        </a:xfrm>
      </p:grpSpPr>
      <p:grpSp>
        <p:nvGrpSpPr>
          <p:cNvPr id="62" name="Group 61">
            <a:extLst>
              <a:ext uri="{FF2B5EF4-FFF2-40B4-BE49-F238E27FC236}">
                <a16:creationId xmlns:a16="http://schemas.microsoft.com/office/drawing/2014/main" id="{60BDB17C-4CA6-3CF1-0B22-068A48F9026D}"/>
              </a:ext>
            </a:extLst>
          </p:cNvPr>
          <p:cNvGrpSpPr/>
          <p:nvPr/>
        </p:nvGrpSpPr>
        <p:grpSpPr>
          <a:xfrm>
            <a:off x="-1193800" y="-1022182"/>
            <a:ext cx="14268675" cy="9689932"/>
            <a:chOff x="-318714" y="-1022182"/>
            <a:chExt cx="13393589" cy="9301701"/>
          </a:xfrm>
        </p:grpSpPr>
        <p:pic>
          <p:nvPicPr>
            <p:cNvPr id="3074" name="Picture 2" descr="Dart Monkey (Bloon Doom) | Bloons Conception Wiki | Fandom">
              <a:extLst>
                <a:ext uri="{FF2B5EF4-FFF2-40B4-BE49-F238E27FC236}">
                  <a16:creationId xmlns:a16="http://schemas.microsoft.com/office/drawing/2014/main" id="{D935582D-3849-D134-FE13-52515AFFC0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4306" y="1378045"/>
              <a:ext cx="2287588" cy="295702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Dart Monkey (Bloon Doom) | Bloons Conception Wiki | Fandom">
              <a:extLst>
                <a:ext uri="{FF2B5EF4-FFF2-40B4-BE49-F238E27FC236}">
                  <a16:creationId xmlns:a16="http://schemas.microsoft.com/office/drawing/2014/main" id="{6776E0A6-68E7-04E2-CDD5-CC8A6C09E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9996" y="5322494"/>
              <a:ext cx="2287588" cy="2957025"/>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2" descr="Dart Monkey (Bloon Doom) | Bloons Conception Wiki | Fandom">
              <a:extLst>
                <a:ext uri="{FF2B5EF4-FFF2-40B4-BE49-F238E27FC236}">
                  <a16:creationId xmlns:a16="http://schemas.microsoft.com/office/drawing/2014/main" id="{10EF9388-EF1E-AE2E-9562-C6FCECF818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809040">
              <a:off x="10619250" y="2615768"/>
              <a:ext cx="2455625" cy="3174236"/>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Dart Monkey (Bloon Doom) | Bloons Conception Wiki | Fandom">
              <a:extLst>
                <a:ext uri="{FF2B5EF4-FFF2-40B4-BE49-F238E27FC236}">
                  <a16:creationId xmlns:a16="http://schemas.microsoft.com/office/drawing/2014/main" id="{1CF89D29-7107-59A4-13E7-7FB950A88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30195" y="-1022182"/>
              <a:ext cx="2287588" cy="2957025"/>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Dart Monkey (Bloon Doom) | Bloons Conception Wiki | Fandom">
              <a:extLst>
                <a:ext uri="{FF2B5EF4-FFF2-40B4-BE49-F238E27FC236}">
                  <a16:creationId xmlns:a16="http://schemas.microsoft.com/office/drawing/2014/main" id="{64A4F6AD-7389-26BE-F3FD-331A63BF8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7121" y="2151121"/>
              <a:ext cx="2287588" cy="2957025"/>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Dart Monkey (Bloon Doom) | Bloons Conception Wiki | Fandom">
              <a:extLst>
                <a:ext uri="{FF2B5EF4-FFF2-40B4-BE49-F238E27FC236}">
                  <a16:creationId xmlns:a16="http://schemas.microsoft.com/office/drawing/2014/main" id="{0AE04FC0-8C56-4AFF-0654-DC5E169968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73005" y="4362178"/>
              <a:ext cx="2287588" cy="2957025"/>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Dart Monkey (Bloon Doom) | Bloons Conception Wiki | Fandom">
              <a:extLst>
                <a:ext uri="{FF2B5EF4-FFF2-40B4-BE49-F238E27FC236}">
                  <a16:creationId xmlns:a16="http://schemas.microsoft.com/office/drawing/2014/main" id="{2A00F1F8-88E9-ADA3-89AB-3118DFFBC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3889" y="-964633"/>
              <a:ext cx="2287588" cy="2957025"/>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Dart Monkey (Bloon Doom) | Bloons Conception Wiki | Fandom">
              <a:extLst>
                <a:ext uri="{FF2B5EF4-FFF2-40B4-BE49-F238E27FC236}">
                  <a16:creationId xmlns:a16="http://schemas.microsoft.com/office/drawing/2014/main" id="{6C5B0EC9-D8BE-AB21-56AD-03D78C1CA3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265173">
              <a:off x="-318714" y="378509"/>
              <a:ext cx="2709487" cy="3502388"/>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Dart Monkey (Bloon Doom) | Bloons Conception Wiki | Fandom">
              <a:extLst>
                <a:ext uri="{FF2B5EF4-FFF2-40B4-BE49-F238E27FC236}">
                  <a16:creationId xmlns:a16="http://schemas.microsoft.com/office/drawing/2014/main" id="{2632A421-15A1-DD34-3D76-3ED788E094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751874">
              <a:off x="5802769" y="-209980"/>
              <a:ext cx="1751244" cy="2263726"/>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Dart Monkey (Bloon Doom) | Bloons Conception Wiki | Fandom">
              <a:extLst>
                <a:ext uri="{FF2B5EF4-FFF2-40B4-BE49-F238E27FC236}">
                  <a16:creationId xmlns:a16="http://schemas.microsoft.com/office/drawing/2014/main" id="{FA023261-53F5-D528-B249-AA9A644A3F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9837245">
              <a:off x="5594282" y="3582292"/>
              <a:ext cx="2114864" cy="2733755"/>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Dart Monkey (Bloon Doom) | Bloons Conception Wiki | Fandom">
              <a:extLst>
                <a:ext uri="{FF2B5EF4-FFF2-40B4-BE49-F238E27FC236}">
                  <a16:creationId xmlns:a16="http://schemas.microsoft.com/office/drawing/2014/main" id="{AF2FC91F-EB2C-6CB1-B5E8-80E3650E9D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051177">
              <a:off x="742673" y="4266311"/>
              <a:ext cx="1968924" cy="254510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0" name="Group 39">
            <a:extLst>
              <a:ext uri="{FF2B5EF4-FFF2-40B4-BE49-F238E27FC236}">
                <a16:creationId xmlns:a16="http://schemas.microsoft.com/office/drawing/2014/main" id="{32064DBC-E8BB-3FEC-7BF8-036AA2E09ECE}"/>
              </a:ext>
            </a:extLst>
          </p:cNvPr>
          <p:cNvGrpSpPr/>
          <p:nvPr/>
        </p:nvGrpSpPr>
        <p:grpSpPr>
          <a:xfrm>
            <a:off x="-823656" y="114856"/>
            <a:ext cx="13711068" cy="6708446"/>
            <a:chOff x="-823656" y="114856"/>
            <a:chExt cx="13711068" cy="6708446"/>
          </a:xfrm>
          <a:solidFill>
            <a:srgbClr val="156082">
              <a:alpha val="75000"/>
            </a:srgbClr>
          </a:solidFill>
        </p:grpSpPr>
        <p:sp>
          <p:nvSpPr>
            <p:cNvPr id="27" name="Rectangle: Rounded Corners 26">
              <a:extLst>
                <a:ext uri="{FF2B5EF4-FFF2-40B4-BE49-F238E27FC236}">
                  <a16:creationId xmlns:a16="http://schemas.microsoft.com/office/drawing/2014/main" id="{E76A9A73-3C6C-0CE3-D2D0-634790C19C85}"/>
                </a:ext>
              </a:extLst>
            </p:cNvPr>
            <p:cNvSpPr/>
            <p:nvPr/>
          </p:nvSpPr>
          <p:spPr>
            <a:xfrm rot="18900000">
              <a:off x="7828081" y="690088"/>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Rectangle: Rounded Corners 37">
              <a:extLst>
                <a:ext uri="{FF2B5EF4-FFF2-40B4-BE49-F238E27FC236}">
                  <a16:creationId xmlns:a16="http://schemas.microsoft.com/office/drawing/2014/main" id="{2C86C5E9-B74D-93CB-5894-890E070EA8E4}"/>
                </a:ext>
              </a:extLst>
            </p:cNvPr>
            <p:cNvSpPr/>
            <p:nvPr/>
          </p:nvSpPr>
          <p:spPr>
            <a:xfrm rot="18900000">
              <a:off x="6832456" y="736586"/>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9" name="Rectangle: Rounded Corners 38">
              <a:extLst>
                <a:ext uri="{FF2B5EF4-FFF2-40B4-BE49-F238E27FC236}">
                  <a16:creationId xmlns:a16="http://schemas.microsoft.com/office/drawing/2014/main" id="{047F125A-1165-4BF6-18DE-EF96C5A5315B}"/>
                </a:ext>
              </a:extLst>
            </p:cNvPr>
            <p:cNvSpPr/>
            <p:nvPr/>
          </p:nvSpPr>
          <p:spPr>
            <a:xfrm rot="18900000">
              <a:off x="6908503" y="119677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Rectangle: Rounded Corners 4">
              <a:extLst>
                <a:ext uri="{FF2B5EF4-FFF2-40B4-BE49-F238E27FC236}">
                  <a16:creationId xmlns:a16="http://schemas.microsoft.com/office/drawing/2014/main" id="{7477FAA6-8D8B-2EF9-421C-F117911B0889}"/>
                </a:ext>
              </a:extLst>
            </p:cNvPr>
            <p:cNvSpPr/>
            <p:nvPr/>
          </p:nvSpPr>
          <p:spPr>
            <a:xfrm rot="18900000">
              <a:off x="96940" y="685193"/>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Rectangle: Rounded Corners 5">
              <a:extLst>
                <a:ext uri="{FF2B5EF4-FFF2-40B4-BE49-F238E27FC236}">
                  <a16:creationId xmlns:a16="http://schemas.microsoft.com/office/drawing/2014/main" id="{6404A2CA-9253-310C-4F38-8111D1DE255C}"/>
                </a:ext>
              </a:extLst>
            </p:cNvPr>
            <p:cNvSpPr/>
            <p:nvPr/>
          </p:nvSpPr>
          <p:spPr>
            <a:xfrm rot="18900000">
              <a:off x="672643" y="692896"/>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 name="Rectangle: Rounded Corners 6">
              <a:extLst>
                <a:ext uri="{FF2B5EF4-FFF2-40B4-BE49-F238E27FC236}">
                  <a16:creationId xmlns:a16="http://schemas.microsoft.com/office/drawing/2014/main" id="{A8FA8237-855C-0643-56A0-35B71B201325}"/>
                </a:ext>
              </a:extLst>
            </p:cNvPr>
            <p:cNvSpPr/>
            <p:nvPr/>
          </p:nvSpPr>
          <p:spPr>
            <a:xfrm rot="18900000">
              <a:off x="1030969" y="96876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Rectangle: Rounded Corners 7">
              <a:extLst>
                <a:ext uri="{FF2B5EF4-FFF2-40B4-BE49-F238E27FC236}">
                  <a16:creationId xmlns:a16="http://schemas.microsoft.com/office/drawing/2014/main" id="{599BDE25-2CF6-1BED-B2DA-BC096E5B43AD}"/>
                </a:ext>
              </a:extLst>
            </p:cNvPr>
            <p:cNvSpPr/>
            <p:nvPr/>
          </p:nvSpPr>
          <p:spPr>
            <a:xfrm rot="18900000">
              <a:off x="1778812" y="699913"/>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Rectangle: Rounded Corners 8">
              <a:extLst>
                <a:ext uri="{FF2B5EF4-FFF2-40B4-BE49-F238E27FC236}">
                  <a16:creationId xmlns:a16="http://schemas.microsoft.com/office/drawing/2014/main" id="{E111A0B7-20CB-E643-CB1F-8EB0E6CEF585}"/>
                </a:ext>
              </a:extLst>
            </p:cNvPr>
            <p:cNvSpPr/>
            <p:nvPr/>
          </p:nvSpPr>
          <p:spPr>
            <a:xfrm rot="18900000">
              <a:off x="2041896" y="103088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Rounded Corners 9">
              <a:extLst>
                <a:ext uri="{FF2B5EF4-FFF2-40B4-BE49-F238E27FC236}">
                  <a16:creationId xmlns:a16="http://schemas.microsoft.com/office/drawing/2014/main" id="{D79591F7-8EB2-DC93-459C-2C4DDF246E05}"/>
                </a:ext>
              </a:extLst>
            </p:cNvPr>
            <p:cNvSpPr/>
            <p:nvPr/>
          </p:nvSpPr>
          <p:spPr>
            <a:xfrm rot="18900000">
              <a:off x="2956906" y="648730"/>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Rectangle: Rounded Corners 10">
              <a:extLst>
                <a:ext uri="{FF2B5EF4-FFF2-40B4-BE49-F238E27FC236}">
                  <a16:creationId xmlns:a16="http://schemas.microsoft.com/office/drawing/2014/main" id="{AF15EF2F-8DD2-84D1-6484-50C51FC60396}"/>
                </a:ext>
              </a:extLst>
            </p:cNvPr>
            <p:cNvSpPr/>
            <p:nvPr/>
          </p:nvSpPr>
          <p:spPr>
            <a:xfrm rot="18900000">
              <a:off x="3532609" y="679775"/>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2" name="Rectangle: Rounded Corners 11">
              <a:extLst>
                <a:ext uri="{FF2B5EF4-FFF2-40B4-BE49-F238E27FC236}">
                  <a16:creationId xmlns:a16="http://schemas.microsoft.com/office/drawing/2014/main" id="{F972B6D6-D507-86CC-9136-6CA441AFE690}"/>
                </a:ext>
              </a:extLst>
            </p:cNvPr>
            <p:cNvSpPr/>
            <p:nvPr/>
          </p:nvSpPr>
          <p:spPr>
            <a:xfrm rot="18900000">
              <a:off x="3712421" y="104208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Rounded Corners 12">
              <a:extLst>
                <a:ext uri="{FF2B5EF4-FFF2-40B4-BE49-F238E27FC236}">
                  <a16:creationId xmlns:a16="http://schemas.microsoft.com/office/drawing/2014/main" id="{8FA3508E-6A3B-C658-82AC-C3B37E517A54}"/>
                </a:ext>
              </a:extLst>
            </p:cNvPr>
            <p:cNvSpPr/>
            <p:nvPr/>
          </p:nvSpPr>
          <p:spPr>
            <a:xfrm rot="18900000">
              <a:off x="4460264" y="791348"/>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Rounded Corners 13">
              <a:extLst>
                <a:ext uri="{FF2B5EF4-FFF2-40B4-BE49-F238E27FC236}">
                  <a16:creationId xmlns:a16="http://schemas.microsoft.com/office/drawing/2014/main" id="{6A77F632-A250-A3DA-E1C9-0AC75BB684F8}"/>
                </a:ext>
              </a:extLst>
            </p:cNvPr>
            <p:cNvSpPr/>
            <p:nvPr/>
          </p:nvSpPr>
          <p:spPr>
            <a:xfrm rot="18900000">
              <a:off x="4824964" y="86477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Rounded Corners 14">
              <a:extLst>
                <a:ext uri="{FF2B5EF4-FFF2-40B4-BE49-F238E27FC236}">
                  <a16:creationId xmlns:a16="http://schemas.microsoft.com/office/drawing/2014/main" id="{41ECC4F2-7331-438D-CBD1-691A838445D0}"/>
                </a:ext>
              </a:extLst>
            </p:cNvPr>
            <p:cNvSpPr/>
            <p:nvPr/>
          </p:nvSpPr>
          <p:spPr>
            <a:xfrm rot="18900000">
              <a:off x="5426226" y="736586"/>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Rounded Corners 15">
              <a:extLst>
                <a:ext uri="{FF2B5EF4-FFF2-40B4-BE49-F238E27FC236}">
                  <a16:creationId xmlns:a16="http://schemas.microsoft.com/office/drawing/2014/main" id="{EC30D8B7-3F10-8E2B-6F27-5733049BBD3A}"/>
                </a:ext>
              </a:extLst>
            </p:cNvPr>
            <p:cNvSpPr/>
            <p:nvPr/>
          </p:nvSpPr>
          <p:spPr>
            <a:xfrm rot="18900000">
              <a:off x="5939013" y="72815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Rectangle: Rounded Corners 16">
              <a:extLst>
                <a:ext uri="{FF2B5EF4-FFF2-40B4-BE49-F238E27FC236}">
                  <a16:creationId xmlns:a16="http://schemas.microsoft.com/office/drawing/2014/main" id="{2F6FCBA4-7410-9470-1171-018803446955}"/>
                </a:ext>
              </a:extLst>
            </p:cNvPr>
            <p:cNvSpPr/>
            <p:nvPr/>
          </p:nvSpPr>
          <p:spPr>
            <a:xfrm rot="18900000">
              <a:off x="6293313" y="791347"/>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Rectangle: Rounded Corners 17">
              <a:extLst>
                <a:ext uri="{FF2B5EF4-FFF2-40B4-BE49-F238E27FC236}">
                  <a16:creationId xmlns:a16="http://schemas.microsoft.com/office/drawing/2014/main" id="{DD03EF71-7AE0-72C0-2976-7BE5B7937437}"/>
                </a:ext>
              </a:extLst>
            </p:cNvPr>
            <p:cNvSpPr/>
            <p:nvPr/>
          </p:nvSpPr>
          <p:spPr>
            <a:xfrm rot="18900000">
              <a:off x="-794007" y="250785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Rectangle: Rounded Corners 18">
              <a:extLst>
                <a:ext uri="{FF2B5EF4-FFF2-40B4-BE49-F238E27FC236}">
                  <a16:creationId xmlns:a16="http://schemas.microsoft.com/office/drawing/2014/main" id="{BE1DDE9B-BF7B-9243-5113-02C7C9953319}"/>
                </a:ext>
              </a:extLst>
            </p:cNvPr>
            <p:cNvSpPr/>
            <p:nvPr/>
          </p:nvSpPr>
          <p:spPr>
            <a:xfrm rot="18900000">
              <a:off x="-823656" y="431102"/>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Rectangle: Rounded Corners 19">
              <a:extLst>
                <a:ext uri="{FF2B5EF4-FFF2-40B4-BE49-F238E27FC236}">
                  <a16:creationId xmlns:a16="http://schemas.microsoft.com/office/drawing/2014/main" id="{BC11506C-A7FF-8334-5591-DAA117A5975A}"/>
                </a:ext>
              </a:extLst>
            </p:cNvPr>
            <p:cNvSpPr/>
            <p:nvPr/>
          </p:nvSpPr>
          <p:spPr>
            <a:xfrm rot="18900000">
              <a:off x="-534583" y="4393704"/>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Rectangle: Rounded Corners 20">
              <a:extLst>
                <a:ext uri="{FF2B5EF4-FFF2-40B4-BE49-F238E27FC236}">
                  <a16:creationId xmlns:a16="http://schemas.microsoft.com/office/drawing/2014/main" id="{4A633D6F-6367-C388-9EC7-D8CA41A3E241}"/>
                </a:ext>
              </a:extLst>
            </p:cNvPr>
            <p:cNvSpPr/>
            <p:nvPr/>
          </p:nvSpPr>
          <p:spPr>
            <a:xfrm rot="18900000">
              <a:off x="184253" y="5164595"/>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Rectangle: Rounded Corners 21">
              <a:extLst>
                <a:ext uri="{FF2B5EF4-FFF2-40B4-BE49-F238E27FC236}">
                  <a16:creationId xmlns:a16="http://schemas.microsoft.com/office/drawing/2014/main" id="{53F74263-CD58-7C85-DBE8-833DAD8397B1}"/>
                </a:ext>
              </a:extLst>
            </p:cNvPr>
            <p:cNvSpPr/>
            <p:nvPr/>
          </p:nvSpPr>
          <p:spPr>
            <a:xfrm rot="18900000">
              <a:off x="1003739" y="6342224"/>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Rectangle: Rounded Corners 22">
              <a:extLst>
                <a:ext uri="{FF2B5EF4-FFF2-40B4-BE49-F238E27FC236}">
                  <a16:creationId xmlns:a16="http://schemas.microsoft.com/office/drawing/2014/main" id="{28610F38-3868-EC5D-5BE0-4280BFC478AB}"/>
                </a:ext>
              </a:extLst>
            </p:cNvPr>
            <p:cNvSpPr/>
            <p:nvPr/>
          </p:nvSpPr>
          <p:spPr>
            <a:xfrm rot="18900000">
              <a:off x="3732794" y="5714633"/>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Rectangle: Rounded Corners 23">
              <a:extLst>
                <a:ext uri="{FF2B5EF4-FFF2-40B4-BE49-F238E27FC236}">
                  <a16:creationId xmlns:a16="http://schemas.microsoft.com/office/drawing/2014/main" id="{67EC1E40-746E-A537-B751-7FB00EF61A30}"/>
                </a:ext>
              </a:extLst>
            </p:cNvPr>
            <p:cNvSpPr/>
            <p:nvPr/>
          </p:nvSpPr>
          <p:spPr>
            <a:xfrm rot="18900000">
              <a:off x="4995168" y="6359710"/>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Rectangle: Rounded Corners 24">
              <a:extLst>
                <a:ext uri="{FF2B5EF4-FFF2-40B4-BE49-F238E27FC236}">
                  <a16:creationId xmlns:a16="http://schemas.microsoft.com/office/drawing/2014/main" id="{92F1DAE9-D8ED-6A1A-2006-FC81AF1A36B1}"/>
                </a:ext>
              </a:extLst>
            </p:cNvPr>
            <p:cNvSpPr/>
            <p:nvPr/>
          </p:nvSpPr>
          <p:spPr>
            <a:xfrm rot="18900000">
              <a:off x="5222433" y="3677767"/>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Rectangle: Rounded Corners 25">
              <a:extLst>
                <a:ext uri="{FF2B5EF4-FFF2-40B4-BE49-F238E27FC236}">
                  <a16:creationId xmlns:a16="http://schemas.microsoft.com/office/drawing/2014/main" id="{478A437C-B0CA-0AED-B47E-E0C60C02EC30}"/>
                </a:ext>
              </a:extLst>
            </p:cNvPr>
            <p:cNvSpPr/>
            <p:nvPr/>
          </p:nvSpPr>
          <p:spPr>
            <a:xfrm rot="18900000">
              <a:off x="5066217" y="2335407"/>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Rectangle: Rounded Corners 27">
              <a:extLst>
                <a:ext uri="{FF2B5EF4-FFF2-40B4-BE49-F238E27FC236}">
                  <a16:creationId xmlns:a16="http://schemas.microsoft.com/office/drawing/2014/main" id="{1D11B58D-A633-4AE6-431B-D28D746A4E1B}"/>
                </a:ext>
              </a:extLst>
            </p:cNvPr>
            <p:cNvSpPr/>
            <p:nvPr/>
          </p:nvSpPr>
          <p:spPr>
            <a:xfrm rot="18900000">
              <a:off x="8017260" y="1298029"/>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Rectangle: Rounded Corners 28">
              <a:extLst>
                <a:ext uri="{FF2B5EF4-FFF2-40B4-BE49-F238E27FC236}">
                  <a16:creationId xmlns:a16="http://schemas.microsoft.com/office/drawing/2014/main" id="{DCE5AC94-1137-EEF0-4D0B-5B534F35A991}"/>
                </a:ext>
              </a:extLst>
            </p:cNvPr>
            <p:cNvSpPr/>
            <p:nvPr/>
          </p:nvSpPr>
          <p:spPr>
            <a:xfrm rot="18900000">
              <a:off x="10305912" y="114856"/>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Rectangle: Rounded Corners 29">
              <a:extLst>
                <a:ext uri="{FF2B5EF4-FFF2-40B4-BE49-F238E27FC236}">
                  <a16:creationId xmlns:a16="http://schemas.microsoft.com/office/drawing/2014/main" id="{3E07D137-8DC7-A118-9413-8D4E198A7D46}"/>
                </a:ext>
              </a:extLst>
            </p:cNvPr>
            <p:cNvSpPr/>
            <p:nvPr/>
          </p:nvSpPr>
          <p:spPr>
            <a:xfrm rot="18900000">
              <a:off x="10024293" y="1826761"/>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Rectangle: Rounded Corners 30">
              <a:extLst>
                <a:ext uri="{FF2B5EF4-FFF2-40B4-BE49-F238E27FC236}">
                  <a16:creationId xmlns:a16="http://schemas.microsoft.com/office/drawing/2014/main" id="{4A1BFF5E-F48B-A51C-4DD1-479BFEA67A69}"/>
                </a:ext>
              </a:extLst>
            </p:cNvPr>
            <p:cNvSpPr/>
            <p:nvPr/>
          </p:nvSpPr>
          <p:spPr>
            <a:xfrm rot="18900000">
              <a:off x="10935757" y="2587282"/>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2" name="Rectangle: Rounded Corners 31">
              <a:extLst>
                <a:ext uri="{FF2B5EF4-FFF2-40B4-BE49-F238E27FC236}">
                  <a16:creationId xmlns:a16="http://schemas.microsoft.com/office/drawing/2014/main" id="{3A54718A-D774-E2D9-5E75-85649019050F}"/>
                </a:ext>
              </a:extLst>
            </p:cNvPr>
            <p:cNvSpPr/>
            <p:nvPr/>
          </p:nvSpPr>
          <p:spPr>
            <a:xfrm rot="18900000">
              <a:off x="10109414" y="4685265"/>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Rectangle: Rounded Corners 32">
              <a:extLst>
                <a:ext uri="{FF2B5EF4-FFF2-40B4-BE49-F238E27FC236}">
                  <a16:creationId xmlns:a16="http://schemas.microsoft.com/office/drawing/2014/main" id="{EED73F30-0D27-5944-A8BB-0AD3AF3EA804}"/>
                </a:ext>
              </a:extLst>
            </p:cNvPr>
            <p:cNvSpPr/>
            <p:nvPr/>
          </p:nvSpPr>
          <p:spPr>
            <a:xfrm rot="18900000">
              <a:off x="10956128" y="5703530"/>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4" name="Rectangle: Rounded Corners 33">
              <a:extLst>
                <a:ext uri="{FF2B5EF4-FFF2-40B4-BE49-F238E27FC236}">
                  <a16:creationId xmlns:a16="http://schemas.microsoft.com/office/drawing/2014/main" id="{3A81B2D5-05CE-5765-47A7-D6B09CDD115A}"/>
                </a:ext>
              </a:extLst>
            </p:cNvPr>
            <p:cNvSpPr/>
            <p:nvPr/>
          </p:nvSpPr>
          <p:spPr>
            <a:xfrm rot="18900000">
              <a:off x="7164441" y="5757478"/>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Rectangle: Rounded Corners 34">
              <a:extLst>
                <a:ext uri="{FF2B5EF4-FFF2-40B4-BE49-F238E27FC236}">
                  <a16:creationId xmlns:a16="http://schemas.microsoft.com/office/drawing/2014/main" id="{AE317C8E-F52F-6C42-4F73-49BEE51486E3}"/>
                </a:ext>
              </a:extLst>
            </p:cNvPr>
            <p:cNvSpPr/>
            <p:nvPr/>
          </p:nvSpPr>
          <p:spPr>
            <a:xfrm rot="18900000">
              <a:off x="8939369" y="6357194"/>
              <a:ext cx="1931284" cy="463592"/>
            </a:xfrm>
            <a:prstGeom prst="roundRect">
              <a:avLst>
                <a:gd name="adj" fmla="val 50000"/>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sp>
        <p:nvSpPr>
          <p:cNvPr id="41" name="Rectangle: Rounded Corners 40">
            <a:extLst>
              <a:ext uri="{FF2B5EF4-FFF2-40B4-BE49-F238E27FC236}">
                <a16:creationId xmlns:a16="http://schemas.microsoft.com/office/drawing/2014/main" id="{C36511A9-91D2-B40E-C758-9FD38049390A}"/>
              </a:ext>
            </a:extLst>
          </p:cNvPr>
          <p:cNvSpPr/>
          <p:nvPr/>
        </p:nvSpPr>
        <p:spPr>
          <a:xfrm rot="21310280">
            <a:off x="836611" y="1673754"/>
            <a:ext cx="10515602" cy="4347145"/>
          </a:xfrm>
          <a:prstGeom prst="roundRect">
            <a:avLst/>
          </a:prstGeom>
          <a:solidFill>
            <a:schemeClr val="accent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2" name="Rectangle: Rounded Corners 41">
            <a:extLst>
              <a:ext uri="{FF2B5EF4-FFF2-40B4-BE49-F238E27FC236}">
                <a16:creationId xmlns:a16="http://schemas.microsoft.com/office/drawing/2014/main" id="{E4E4E1E0-8412-3D7C-6160-4718CAFAD34E}"/>
              </a:ext>
            </a:extLst>
          </p:cNvPr>
          <p:cNvSpPr/>
          <p:nvPr/>
        </p:nvSpPr>
        <p:spPr>
          <a:xfrm>
            <a:off x="836612" y="1509615"/>
            <a:ext cx="10515600" cy="4680048"/>
          </a:xfrm>
          <a:prstGeom prst="roundRect">
            <a:avLst/>
          </a:prstGeom>
          <a:solidFill>
            <a:srgbClr val="FBFCC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a:extLst>
              <a:ext uri="{FF2B5EF4-FFF2-40B4-BE49-F238E27FC236}">
                <a16:creationId xmlns:a16="http://schemas.microsoft.com/office/drawing/2014/main" id="{1DE71A08-4523-F4D0-31E2-078C98F1C84A}"/>
              </a:ext>
            </a:extLst>
          </p:cNvPr>
          <p:cNvSpPr>
            <a:spLocks noGrp="1"/>
          </p:cNvSpPr>
          <p:nvPr>
            <p:ph type="title"/>
          </p:nvPr>
        </p:nvSpPr>
        <p:spPr/>
        <p:txBody>
          <a:bodyPr/>
          <a:lstStyle/>
          <a:p>
            <a:r>
              <a:rPr lang="en-CA" dirty="0">
                <a:solidFill>
                  <a:schemeClr val="bg1"/>
                </a:solidFill>
                <a:latin typeface="Aharoni" panose="02010803020104030203" pitchFamily="2" charset="-79"/>
                <a:cs typeface="Aharoni" panose="02010803020104030203" pitchFamily="2" charset="-79"/>
              </a:rPr>
              <a:t>Procrastination benefits?</a:t>
            </a:r>
          </a:p>
        </p:txBody>
      </p:sp>
      <p:sp>
        <p:nvSpPr>
          <p:cNvPr id="3" name="Content Placeholder 2">
            <a:extLst>
              <a:ext uri="{FF2B5EF4-FFF2-40B4-BE49-F238E27FC236}">
                <a16:creationId xmlns:a16="http://schemas.microsoft.com/office/drawing/2014/main" id="{054C624B-C9D0-F7C1-3187-3AC5F29FC17B}"/>
              </a:ext>
            </a:extLst>
          </p:cNvPr>
          <p:cNvSpPr>
            <a:spLocks noGrp="1"/>
          </p:cNvSpPr>
          <p:nvPr>
            <p:ph idx="1"/>
          </p:nvPr>
        </p:nvSpPr>
        <p:spPr/>
        <p:txBody>
          <a:bodyPr/>
          <a:lstStyle/>
          <a:p>
            <a:r>
              <a:rPr lang="en-CA" dirty="0"/>
              <a:t>Working under pressure can make you work faster and more efficiently.</a:t>
            </a:r>
          </a:p>
          <a:p>
            <a:r>
              <a:rPr lang="en-CA" dirty="0"/>
              <a:t>Gives you time to take a break</a:t>
            </a:r>
          </a:p>
          <a:p>
            <a:r>
              <a:rPr lang="en-CA" dirty="0"/>
              <a:t>Makes other tasks feel easier</a:t>
            </a:r>
          </a:p>
          <a:p>
            <a:endParaRPr lang="en-CA" dirty="0"/>
          </a:p>
        </p:txBody>
      </p:sp>
    </p:spTree>
    <p:extLst>
      <p:ext uri="{BB962C8B-B14F-4D97-AF65-F5344CB8AC3E}">
        <p14:creationId xmlns:p14="http://schemas.microsoft.com/office/powerpoint/2010/main" val="21582942"/>
      </p:ext>
    </p:extLst>
  </p:cSld>
  <p:clrMapOvr>
    <a:masterClrMapping/>
  </p:clrMapOvr>
  <mc:AlternateContent xmlns:mc="http://schemas.openxmlformats.org/markup-compatibility/2006" xmlns:p14="http://schemas.microsoft.com/office/powerpoint/2010/main">
    <mc:Choice Requires="p14">
      <p:transition spd="med" advTm="78178">
        <p14:switch dir="r"/>
      </p:transition>
    </mc:Choice>
    <mc:Fallback xmlns="">
      <p:transition spd="med" advTm="78178">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0"/>
              </a:schemeClr>
            </a:gs>
            <a:gs pos="74000">
              <a:schemeClr val="accent1">
                <a:lumMod val="60000"/>
                <a:lumOff val="40000"/>
              </a:schemeClr>
            </a:gs>
            <a:gs pos="83000">
              <a:schemeClr val="accent1">
                <a:lumMod val="40000"/>
                <a:lumOff val="60000"/>
              </a:schemeClr>
            </a:gs>
            <a:gs pos="100000">
              <a:schemeClr val="bg1"/>
            </a:gs>
          </a:gsLst>
          <a:lin ang="5400000" scaled="1"/>
        </a:gradFill>
        <a:effectLst/>
      </p:bgPr>
    </p:bg>
    <p:spTree>
      <p:nvGrpSpPr>
        <p:cNvPr id="1" name="">
          <a:extLst>
            <a:ext uri="{FF2B5EF4-FFF2-40B4-BE49-F238E27FC236}">
              <a16:creationId xmlns:a16="http://schemas.microsoft.com/office/drawing/2014/main" id="{42DA1B69-AF77-EDE6-2F95-B3A13977A832}"/>
            </a:ext>
          </a:extLst>
        </p:cNvPr>
        <p:cNvGrpSpPr/>
        <p:nvPr/>
      </p:nvGrpSpPr>
      <p:grpSpPr>
        <a:xfrm>
          <a:off x="0" y="0"/>
          <a:ext cx="0" cy="0"/>
          <a:chOff x="0" y="0"/>
          <a:chExt cx="0" cy="0"/>
        </a:xfrm>
      </p:grpSpPr>
    </p:spTree>
    <p:extLst>
      <p:ext uri="{BB962C8B-B14F-4D97-AF65-F5344CB8AC3E}">
        <p14:creationId xmlns:p14="http://schemas.microsoft.com/office/powerpoint/2010/main" val="39673702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48011">
        <p15:prstTrans prst="drape"/>
      </p:transition>
    </mc:Choice>
    <mc:Fallback xmlns="">
      <p:transition spd="slow" advTm="48011">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3505</TotalTime>
  <Words>1556</Words>
  <Application>Microsoft Office PowerPoint</Application>
  <PresentationFormat>Widescreen</PresentationFormat>
  <Paragraphs>55</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Aharoni</vt:lpstr>
      <vt:lpstr>Aptos</vt:lpstr>
      <vt:lpstr>Aptos Display</vt:lpstr>
      <vt:lpstr>Arial</vt:lpstr>
      <vt:lpstr>Calibri</vt:lpstr>
      <vt:lpstr>Office Theme</vt:lpstr>
      <vt:lpstr>PowerPoint Presentation</vt:lpstr>
      <vt:lpstr>PowerPoint Presentation</vt:lpstr>
      <vt:lpstr>Types of Procrastination</vt:lpstr>
      <vt:lpstr>PowerPoint Presentation</vt:lpstr>
      <vt:lpstr>Ways to Stop Procrastinating</vt:lpstr>
      <vt:lpstr>Procrastination benefits?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108S-Subash Chandran, Arjun</dc:creator>
  <cp:lastModifiedBy>Arjun Subash</cp:lastModifiedBy>
  <cp:revision>1</cp:revision>
  <dcterms:created xsi:type="dcterms:W3CDTF">2024-02-11T02:15:56Z</dcterms:created>
  <dcterms:modified xsi:type="dcterms:W3CDTF">2024-02-16T16:52:04Z</dcterms:modified>
</cp:coreProperties>
</file>